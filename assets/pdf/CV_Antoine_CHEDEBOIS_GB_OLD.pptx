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6858000" cy="9906000" type="A4"/>
  <p:notesSz cx="6858000" cy="9906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6278"/>
    <a:srgbClr val="8181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64"/>
  </p:normalViewPr>
  <p:slideViewPr>
    <p:cSldViewPr>
      <p:cViewPr>
        <p:scale>
          <a:sx n="100" d="100"/>
          <a:sy n="100" d="100"/>
        </p:scale>
        <p:origin x="193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3070860"/>
            <a:ext cx="5829300" cy="2080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547360"/>
            <a:ext cx="4800600" cy="2476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3A627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3A627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278380"/>
            <a:ext cx="2983230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278380"/>
            <a:ext cx="2983230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19556"/>
            <a:ext cx="231775" cy="192405"/>
          </a:xfrm>
          <a:custGeom>
            <a:avLst/>
            <a:gdLst/>
            <a:ahLst/>
            <a:cxnLst/>
            <a:rect l="l" t="t" r="r" b="b"/>
            <a:pathLst>
              <a:path w="231775" h="192404">
                <a:moveTo>
                  <a:pt x="231343" y="0"/>
                </a:moveTo>
                <a:lnTo>
                  <a:pt x="0" y="1952"/>
                </a:lnTo>
                <a:lnTo>
                  <a:pt x="0" y="9533"/>
                </a:lnTo>
                <a:lnTo>
                  <a:pt x="230568" y="192277"/>
                </a:lnTo>
                <a:lnTo>
                  <a:pt x="231343" y="0"/>
                </a:lnTo>
                <a:close/>
              </a:path>
            </a:pathLst>
          </a:custGeom>
          <a:solidFill>
            <a:srgbClr val="2A46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72212" y="0"/>
            <a:ext cx="2156460" cy="9906000"/>
          </a:xfrm>
          <a:custGeom>
            <a:avLst/>
            <a:gdLst/>
            <a:ahLst/>
            <a:cxnLst/>
            <a:rect l="l" t="t" r="r" b="b"/>
            <a:pathLst>
              <a:path w="2156460" h="9906000">
                <a:moveTo>
                  <a:pt x="2156460" y="533400"/>
                </a:moveTo>
                <a:lnTo>
                  <a:pt x="0" y="533400"/>
                </a:lnTo>
                <a:lnTo>
                  <a:pt x="0" y="9906000"/>
                </a:lnTo>
                <a:lnTo>
                  <a:pt x="2156460" y="9906000"/>
                </a:lnTo>
                <a:lnTo>
                  <a:pt x="2156460" y="533400"/>
                </a:lnTo>
                <a:close/>
              </a:path>
              <a:path w="2156460" h="9906000">
                <a:moveTo>
                  <a:pt x="2156460" y="0"/>
                </a:moveTo>
                <a:lnTo>
                  <a:pt x="0" y="0"/>
                </a:lnTo>
                <a:lnTo>
                  <a:pt x="0" y="96012"/>
                </a:lnTo>
                <a:lnTo>
                  <a:pt x="2156460" y="96012"/>
                </a:lnTo>
                <a:lnTo>
                  <a:pt x="215646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96011"/>
            <a:ext cx="6858000" cy="437515"/>
          </a:xfrm>
          <a:custGeom>
            <a:avLst/>
            <a:gdLst/>
            <a:ahLst/>
            <a:cxnLst/>
            <a:rect l="l" t="t" r="r" b="b"/>
            <a:pathLst>
              <a:path w="6858000" h="437515">
                <a:moveTo>
                  <a:pt x="6858000" y="0"/>
                </a:moveTo>
                <a:lnTo>
                  <a:pt x="0" y="0"/>
                </a:lnTo>
                <a:lnTo>
                  <a:pt x="0" y="437388"/>
                </a:lnTo>
                <a:lnTo>
                  <a:pt x="6858000" y="437388"/>
                </a:lnTo>
                <a:lnTo>
                  <a:pt x="6858000" y="0"/>
                </a:lnTo>
                <a:close/>
              </a:path>
            </a:pathLst>
          </a:custGeom>
          <a:solidFill>
            <a:srgbClr val="3A627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22576" y="0"/>
            <a:ext cx="4389882" cy="90601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00960" y="-4444"/>
            <a:ext cx="380872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28798" y="4136263"/>
            <a:ext cx="4431030" cy="57156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3A627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9212580"/>
            <a:ext cx="2194560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9212580"/>
            <a:ext cx="1577340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37760" y="9212580"/>
            <a:ext cx="1577340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hyperlink" Target="mailto:antoinechedebois@gmail.com" TargetMode="External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image" Target="../media/image2.pn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hyperlink" Target="https://antoinechedebois.com/index_gb.html" TargetMode="External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hyperlink" Target="https://antoinechedebois.com/index_gb.html" TargetMode="External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2283" y="1371600"/>
            <a:ext cx="1969262" cy="8534399"/>
          </a:xfrm>
          <a:custGeom>
            <a:avLst/>
            <a:gdLst/>
            <a:ahLst/>
            <a:cxnLst/>
            <a:rect l="l" t="t" r="r" b="b"/>
            <a:pathLst>
              <a:path w="2156460" h="7998459">
                <a:moveTo>
                  <a:pt x="0" y="7997951"/>
                </a:moveTo>
                <a:lnTo>
                  <a:pt x="2156460" y="7997951"/>
                </a:lnTo>
                <a:lnTo>
                  <a:pt x="2156460" y="0"/>
                </a:lnTo>
                <a:lnTo>
                  <a:pt x="0" y="0"/>
                </a:lnTo>
                <a:lnTo>
                  <a:pt x="0" y="7997951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3" name="object 3"/>
          <p:cNvSpPr/>
          <p:nvPr/>
        </p:nvSpPr>
        <p:spPr>
          <a:xfrm>
            <a:off x="215645" y="1"/>
            <a:ext cx="1971294" cy="79729"/>
          </a:xfrm>
          <a:custGeom>
            <a:avLst/>
            <a:gdLst/>
            <a:ahLst/>
            <a:cxnLst/>
            <a:rect l="l" t="t" r="r" b="b"/>
            <a:pathLst>
              <a:path w="2156460" h="96520">
                <a:moveTo>
                  <a:pt x="0" y="96012"/>
                </a:moveTo>
                <a:lnTo>
                  <a:pt x="2156460" y="96012"/>
                </a:lnTo>
                <a:lnTo>
                  <a:pt x="2156460" y="0"/>
                </a:lnTo>
                <a:lnTo>
                  <a:pt x="0" y="0"/>
                </a:lnTo>
                <a:lnTo>
                  <a:pt x="0" y="96012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grpSp>
        <p:nvGrpSpPr>
          <p:cNvPr id="4" name="object 4"/>
          <p:cNvGrpSpPr/>
          <p:nvPr/>
        </p:nvGrpSpPr>
        <p:grpSpPr>
          <a:xfrm>
            <a:off x="0" y="56388"/>
            <a:ext cx="6859843" cy="2043303"/>
            <a:chOff x="-1843" y="56388"/>
            <a:chExt cx="6859843" cy="2043303"/>
          </a:xfrm>
        </p:grpSpPr>
        <p:sp>
          <p:nvSpPr>
            <p:cNvPr id="5" name="object 5"/>
            <p:cNvSpPr/>
            <p:nvPr/>
          </p:nvSpPr>
          <p:spPr>
            <a:xfrm>
              <a:off x="-1843" y="1907286"/>
              <a:ext cx="241300" cy="192405"/>
            </a:xfrm>
            <a:custGeom>
              <a:avLst/>
              <a:gdLst/>
              <a:ahLst/>
              <a:cxnLst/>
              <a:rect l="l" t="t" r="r" b="b"/>
              <a:pathLst>
                <a:path w="241300" h="192405">
                  <a:moveTo>
                    <a:pt x="240806" y="0"/>
                  </a:moveTo>
                  <a:lnTo>
                    <a:pt x="0" y="2032"/>
                  </a:lnTo>
                  <a:lnTo>
                    <a:pt x="240031" y="192150"/>
                  </a:lnTo>
                  <a:lnTo>
                    <a:pt x="240806" y="0"/>
                  </a:lnTo>
                  <a:close/>
                </a:path>
              </a:pathLst>
            </a:custGeom>
            <a:solidFill>
              <a:srgbClr val="2A4653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96011"/>
              <a:ext cx="6858000" cy="1812289"/>
            </a:xfrm>
            <a:custGeom>
              <a:avLst/>
              <a:gdLst/>
              <a:ahLst/>
              <a:cxnLst/>
              <a:rect l="l" t="t" r="r" b="b"/>
              <a:pathLst>
                <a:path w="6858000" h="1812289">
                  <a:moveTo>
                    <a:pt x="6858000" y="0"/>
                  </a:moveTo>
                  <a:lnTo>
                    <a:pt x="0" y="0"/>
                  </a:lnTo>
                  <a:lnTo>
                    <a:pt x="0" y="1812036"/>
                  </a:lnTo>
                  <a:lnTo>
                    <a:pt x="6858000" y="1812036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3A6278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425196" y="144780"/>
              <a:ext cx="1664970" cy="1665605"/>
            </a:xfrm>
            <a:custGeom>
              <a:avLst/>
              <a:gdLst/>
              <a:ahLst/>
              <a:cxnLst/>
              <a:rect l="l" t="t" r="r" b="b"/>
              <a:pathLst>
                <a:path w="1664970" h="1665605">
                  <a:moveTo>
                    <a:pt x="971656" y="38100"/>
                  </a:moveTo>
                  <a:lnTo>
                    <a:pt x="833970" y="38100"/>
                  </a:lnTo>
                  <a:lnTo>
                    <a:pt x="915416" y="42164"/>
                  </a:lnTo>
                  <a:lnTo>
                    <a:pt x="994282" y="54483"/>
                  </a:lnTo>
                  <a:lnTo>
                    <a:pt x="1046861" y="68072"/>
                  </a:lnTo>
                  <a:lnTo>
                    <a:pt x="1050036" y="55752"/>
                  </a:lnTo>
                  <a:lnTo>
                    <a:pt x="996188" y="41910"/>
                  </a:lnTo>
                  <a:lnTo>
                    <a:pt x="971656" y="38100"/>
                  </a:lnTo>
                  <a:close/>
                </a:path>
                <a:path w="1664970" h="1665605">
                  <a:moveTo>
                    <a:pt x="750722" y="29337"/>
                  </a:moveTo>
                  <a:lnTo>
                    <a:pt x="705065" y="36449"/>
                  </a:lnTo>
                  <a:lnTo>
                    <a:pt x="707021" y="49022"/>
                  </a:lnTo>
                  <a:lnTo>
                    <a:pt x="751047" y="42164"/>
                  </a:lnTo>
                  <a:lnTo>
                    <a:pt x="750671" y="42164"/>
                  </a:lnTo>
                  <a:lnTo>
                    <a:pt x="750049" y="29464"/>
                  </a:lnTo>
                  <a:lnTo>
                    <a:pt x="750736" y="29430"/>
                  </a:lnTo>
                  <a:close/>
                </a:path>
                <a:path w="1664970" h="1665605">
                  <a:moveTo>
                    <a:pt x="973070" y="12700"/>
                  </a:moveTo>
                  <a:lnTo>
                    <a:pt x="832726" y="12700"/>
                  </a:lnTo>
                  <a:lnTo>
                    <a:pt x="916686" y="16764"/>
                  </a:lnTo>
                  <a:lnTo>
                    <a:pt x="998219" y="29464"/>
                  </a:lnTo>
                  <a:lnTo>
                    <a:pt x="1053211" y="43434"/>
                  </a:lnTo>
                  <a:lnTo>
                    <a:pt x="1056386" y="31115"/>
                  </a:lnTo>
                  <a:lnTo>
                    <a:pt x="1000125" y="16891"/>
                  </a:lnTo>
                  <a:lnTo>
                    <a:pt x="973070" y="12700"/>
                  </a:lnTo>
                  <a:close/>
                </a:path>
                <a:path w="1664970" h="1665605">
                  <a:moveTo>
                    <a:pt x="750736" y="29430"/>
                  </a:moveTo>
                  <a:lnTo>
                    <a:pt x="750049" y="29464"/>
                  </a:lnTo>
                  <a:lnTo>
                    <a:pt x="750671" y="42164"/>
                  </a:lnTo>
                  <a:lnTo>
                    <a:pt x="751219" y="42137"/>
                  </a:lnTo>
                  <a:lnTo>
                    <a:pt x="752678" y="41910"/>
                  </a:lnTo>
                  <a:lnTo>
                    <a:pt x="750736" y="29430"/>
                  </a:lnTo>
                  <a:close/>
                </a:path>
                <a:path w="1664970" h="1665605">
                  <a:moveTo>
                    <a:pt x="751219" y="42137"/>
                  </a:moveTo>
                  <a:lnTo>
                    <a:pt x="750671" y="42164"/>
                  </a:lnTo>
                  <a:lnTo>
                    <a:pt x="751047" y="42164"/>
                  </a:lnTo>
                  <a:lnTo>
                    <a:pt x="751219" y="42137"/>
                  </a:lnTo>
                  <a:close/>
                </a:path>
                <a:path w="1664970" h="1665605">
                  <a:moveTo>
                    <a:pt x="833348" y="25400"/>
                  </a:moveTo>
                  <a:lnTo>
                    <a:pt x="750736" y="29430"/>
                  </a:lnTo>
                  <a:lnTo>
                    <a:pt x="752678" y="41910"/>
                  </a:lnTo>
                  <a:lnTo>
                    <a:pt x="751219" y="42137"/>
                  </a:lnTo>
                  <a:lnTo>
                    <a:pt x="833970" y="38100"/>
                  </a:lnTo>
                  <a:lnTo>
                    <a:pt x="971656" y="38100"/>
                  </a:lnTo>
                  <a:lnTo>
                    <a:pt x="916051" y="29464"/>
                  </a:lnTo>
                  <a:lnTo>
                    <a:pt x="833348" y="25400"/>
                  </a:lnTo>
                  <a:close/>
                </a:path>
                <a:path w="1664970" h="1665605">
                  <a:moveTo>
                    <a:pt x="746810" y="4318"/>
                  </a:moveTo>
                  <a:lnTo>
                    <a:pt x="701154" y="11429"/>
                  </a:lnTo>
                  <a:lnTo>
                    <a:pt x="703110" y="23875"/>
                  </a:lnTo>
                  <a:lnTo>
                    <a:pt x="748766" y="16764"/>
                  </a:lnTo>
                  <a:lnTo>
                    <a:pt x="746810" y="4318"/>
                  </a:lnTo>
                  <a:close/>
                </a:path>
                <a:path w="1664970" h="1665605">
                  <a:moveTo>
                    <a:pt x="832116" y="0"/>
                  </a:moveTo>
                  <a:lnTo>
                    <a:pt x="748817" y="4064"/>
                  </a:lnTo>
                  <a:lnTo>
                    <a:pt x="749439" y="16764"/>
                  </a:lnTo>
                  <a:lnTo>
                    <a:pt x="832726" y="12700"/>
                  </a:lnTo>
                  <a:lnTo>
                    <a:pt x="973070" y="12700"/>
                  </a:lnTo>
                  <a:lnTo>
                    <a:pt x="917320" y="4064"/>
                  </a:lnTo>
                  <a:lnTo>
                    <a:pt x="832116" y="0"/>
                  </a:lnTo>
                  <a:close/>
                </a:path>
                <a:path w="1664970" h="1665605">
                  <a:moveTo>
                    <a:pt x="1156589" y="93091"/>
                  </a:moveTo>
                  <a:lnTo>
                    <a:pt x="1151001" y="104521"/>
                  </a:lnTo>
                  <a:lnTo>
                    <a:pt x="1185291" y="121158"/>
                  </a:lnTo>
                  <a:lnTo>
                    <a:pt x="1190879" y="109727"/>
                  </a:lnTo>
                  <a:lnTo>
                    <a:pt x="1156589" y="93091"/>
                  </a:lnTo>
                  <a:close/>
                </a:path>
                <a:path w="1664970" h="1665605">
                  <a:moveTo>
                    <a:pt x="1167638" y="70230"/>
                  </a:moveTo>
                  <a:lnTo>
                    <a:pt x="1162050" y="81661"/>
                  </a:lnTo>
                  <a:lnTo>
                    <a:pt x="1196340" y="98298"/>
                  </a:lnTo>
                  <a:lnTo>
                    <a:pt x="1201928" y="86868"/>
                  </a:lnTo>
                  <a:lnTo>
                    <a:pt x="1167638" y="70230"/>
                  </a:lnTo>
                  <a:close/>
                </a:path>
                <a:path w="1664970" h="1665605">
                  <a:moveTo>
                    <a:pt x="1288669" y="166243"/>
                  </a:moveTo>
                  <a:lnTo>
                    <a:pt x="1281049" y="176402"/>
                  </a:lnTo>
                  <a:lnTo>
                    <a:pt x="1311529" y="199263"/>
                  </a:lnTo>
                  <a:lnTo>
                    <a:pt x="1319149" y="189102"/>
                  </a:lnTo>
                  <a:lnTo>
                    <a:pt x="1288669" y="166243"/>
                  </a:lnTo>
                  <a:close/>
                </a:path>
                <a:path w="1664970" h="1665605">
                  <a:moveTo>
                    <a:pt x="1303782" y="145923"/>
                  </a:moveTo>
                  <a:lnTo>
                    <a:pt x="1296162" y="156083"/>
                  </a:lnTo>
                  <a:lnTo>
                    <a:pt x="1326769" y="178816"/>
                  </a:lnTo>
                  <a:lnTo>
                    <a:pt x="1334389" y="168655"/>
                  </a:lnTo>
                  <a:lnTo>
                    <a:pt x="1303782" y="145923"/>
                  </a:lnTo>
                  <a:close/>
                </a:path>
                <a:path w="1664970" h="1665605">
                  <a:moveTo>
                    <a:pt x="1404747" y="262890"/>
                  </a:moveTo>
                  <a:lnTo>
                    <a:pt x="1395349" y="271399"/>
                  </a:lnTo>
                  <a:lnTo>
                    <a:pt x="1447292" y="328168"/>
                  </a:lnTo>
                  <a:lnTo>
                    <a:pt x="1492758" y="389254"/>
                  </a:lnTo>
                  <a:lnTo>
                    <a:pt x="1532382" y="454787"/>
                  </a:lnTo>
                  <a:lnTo>
                    <a:pt x="1562735" y="517398"/>
                  </a:lnTo>
                  <a:lnTo>
                    <a:pt x="1574165" y="511937"/>
                  </a:lnTo>
                  <a:lnTo>
                    <a:pt x="1543304" y="448183"/>
                  </a:lnTo>
                  <a:lnTo>
                    <a:pt x="1502918" y="381635"/>
                  </a:lnTo>
                  <a:lnTo>
                    <a:pt x="1456563" y="319531"/>
                  </a:lnTo>
                  <a:lnTo>
                    <a:pt x="1404747" y="262890"/>
                  </a:lnTo>
                  <a:close/>
                </a:path>
                <a:path w="1664970" h="1665605">
                  <a:moveTo>
                    <a:pt x="1423416" y="245745"/>
                  </a:moveTo>
                  <a:lnTo>
                    <a:pt x="1414018" y="254253"/>
                  </a:lnTo>
                  <a:lnTo>
                    <a:pt x="1465961" y="311023"/>
                  </a:lnTo>
                  <a:lnTo>
                    <a:pt x="1513205" y="374142"/>
                  </a:lnTo>
                  <a:lnTo>
                    <a:pt x="1554099" y="441578"/>
                  </a:lnTo>
                  <a:lnTo>
                    <a:pt x="1585595" y="506349"/>
                  </a:lnTo>
                  <a:lnTo>
                    <a:pt x="1597025" y="500761"/>
                  </a:lnTo>
                  <a:lnTo>
                    <a:pt x="1565021" y="434975"/>
                  </a:lnTo>
                  <a:lnTo>
                    <a:pt x="1523365" y="366522"/>
                  </a:lnTo>
                  <a:lnTo>
                    <a:pt x="1475359" y="302387"/>
                  </a:lnTo>
                  <a:lnTo>
                    <a:pt x="1423416" y="245745"/>
                  </a:lnTo>
                  <a:close/>
                </a:path>
                <a:path w="1664970" h="1665605">
                  <a:moveTo>
                    <a:pt x="1635633" y="612267"/>
                  </a:moveTo>
                  <a:lnTo>
                    <a:pt x="1623314" y="615442"/>
                  </a:lnTo>
                  <a:lnTo>
                    <a:pt x="1632712" y="652399"/>
                  </a:lnTo>
                  <a:lnTo>
                    <a:pt x="1645031" y="649224"/>
                  </a:lnTo>
                  <a:lnTo>
                    <a:pt x="1635633" y="612267"/>
                  </a:lnTo>
                  <a:close/>
                </a:path>
                <a:path w="1664970" h="1665605">
                  <a:moveTo>
                    <a:pt x="1610995" y="618617"/>
                  </a:moveTo>
                  <a:lnTo>
                    <a:pt x="1598676" y="621665"/>
                  </a:lnTo>
                  <a:lnTo>
                    <a:pt x="1608074" y="658622"/>
                  </a:lnTo>
                  <a:lnTo>
                    <a:pt x="1620393" y="655447"/>
                  </a:lnTo>
                  <a:lnTo>
                    <a:pt x="1610995" y="618617"/>
                  </a:lnTo>
                  <a:close/>
                </a:path>
                <a:path w="1664970" h="1665605">
                  <a:moveTo>
                    <a:pt x="1662811" y="765810"/>
                  </a:moveTo>
                  <a:lnTo>
                    <a:pt x="1650111" y="766445"/>
                  </a:lnTo>
                  <a:lnTo>
                    <a:pt x="1652016" y="804545"/>
                  </a:lnTo>
                  <a:lnTo>
                    <a:pt x="1664716" y="803910"/>
                  </a:lnTo>
                  <a:lnTo>
                    <a:pt x="1662811" y="765810"/>
                  </a:lnTo>
                  <a:close/>
                </a:path>
                <a:path w="1664970" h="1665605">
                  <a:moveTo>
                    <a:pt x="1637538" y="767079"/>
                  </a:moveTo>
                  <a:lnTo>
                    <a:pt x="1624838" y="767715"/>
                  </a:lnTo>
                  <a:lnTo>
                    <a:pt x="1626616" y="805688"/>
                  </a:lnTo>
                  <a:lnTo>
                    <a:pt x="1639316" y="805052"/>
                  </a:lnTo>
                  <a:lnTo>
                    <a:pt x="1637538" y="767079"/>
                  </a:lnTo>
                  <a:close/>
                </a:path>
                <a:path w="1664970" h="1665605">
                  <a:moveTo>
                    <a:pt x="1648841" y="919861"/>
                  </a:moveTo>
                  <a:lnTo>
                    <a:pt x="1636649" y="998220"/>
                  </a:lnTo>
                  <a:lnTo>
                    <a:pt x="1616583" y="1076833"/>
                  </a:lnTo>
                  <a:lnTo>
                    <a:pt x="1589151" y="1152271"/>
                  </a:lnTo>
                  <a:lnTo>
                    <a:pt x="1560322" y="1211706"/>
                  </a:lnTo>
                  <a:lnTo>
                    <a:pt x="1571752" y="1217295"/>
                  </a:lnTo>
                  <a:lnTo>
                    <a:pt x="1601089" y="1156589"/>
                  </a:lnTo>
                  <a:lnTo>
                    <a:pt x="1628902" y="1079880"/>
                  </a:lnTo>
                  <a:lnTo>
                    <a:pt x="1649222" y="1000125"/>
                  </a:lnTo>
                  <a:lnTo>
                    <a:pt x="1661414" y="921893"/>
                  </a:lnTo>
                  <a:lnTo>
                    <a:pt x="1648841" y="919861"/>
                  </a:lnTo>
                  <a:close/>
                </a:path>
                <a:path w="1664970" h="1665605">
                  <a:moveTo>
                    <a:pt x="1623822" y="916051"/>
                  </a:moveTo>
                  <a:lnTo>
                    <a:pt x="1611630" y="994283"/>
                  </a:lnTo>
                  <a:lnTo>
                    <a:pt x="1592072" y="1070483"/>
                  </a:lnTo>
                  <a:lnTo>
                    <a:pt x="1565275" y="1143508"/>
                  </a:lnTo>
                  <a:lnTo>
                    <a:pt x="1537462" y="1200530"/>
                  </a:lnTo>
                  <a:lnTo>
                    <a:pt x="1548892" y="1206119"/>
                  </a:lnTo>
                  <a:lnTo>
                    <a:pt x="1577213" y="1147826"/>
                  </a:lnTo>
                  <a:lnTo>
                    <a:pt x="1604391" y="1073658"/>
                  </a:lnTo>
                  <a:lnTo>
                    <a:pt x="1624076" y="996188"/>
                  </a:lnTo>
                  <a:lnTo>
                    <a:pt x="1636268" y="917955"/>
                  </a:lnTo>
                  <a:lnTo>
                    <a:pt x="1623822" y="916051"/>
                  </a:lnTo>
                  <a:close/>
                </a:path>
                <a:path w="1664970" h="1665605">
                  <a:moveTo>
                    <a:pt x="1499870" y="1309877"/>
                  </a:moveTo>
                  <a:lnTo>
                    <a:pt x="1477010" y="1340358"/>
                  </a:lnTo>
                  <a:lnTo>
                    <a:pt x="1487170" y="1347977"/>
                  </a:lnTo>
                  <a:lnTo>
                    <a:pt x="1510030" y="1317498"/>
                  </a:lnTo>
                  <a:lnTo>
                    <a:pt x="1499870" y="1309877"/>
                  </a:lnTo>
                  <a:close/>
                </a:path>
                <a:path w="1664970" h="1665605">
                  <a:moveTo>
                    <a:pt x="1479423" y="1294638"/>
                  </a:moveTo>
                  <a:lnTo>
                    <a:pt x="1456690" y="1325245"/>
                  </a:lnTo>
                  <a:lnTo>
                    <a:pt x="1466850" y="1332738"/>
                  </a:lnTo>
                  <a:lnTo>
                    <a:pt x="1489583" y="1302258"/>
                  </a:lnTo>
                  <a:lnTo>
                    <a:pt x="1479423" y="1294638"/>
                  </a:lnTo>
                  <a:close/>
                </a:path>
                <a:path w="1664970" h="1665605">
                  <a:moveTo>
                    <a:pt x="1399286" y="1425575"/>
                  </a:moveTo>
                  <a:lnTo>
                    <a:pt x="1371219" y="1451355"/>
                  </a:lnTo>
                  <a:lnTo>
                    <a:pt x="1379728" y="1460627"/>
                  </a:lnTo>
                  <a:lnTo>
                    <a:pt x="1407795" y="1434973"/>
                  </a:lnTo>
                  <a:lnTo>
                    <a:pt x="1399286" y="1425575"/>
                  </a:lnTo>
                  <a:close/>
                </a:path>
                <a:path w="1664970" h="1665605">
                  <a:moveTo>
                    <a:pt x="1382141" y="1406778"/>
                  </a:moveTo>
                  <a:lnTo>
                    <a:pt x="1353947" y="1432560"/>
                  </a:lnTo>
                  <a:lnTo>
                    <a:pt x="1362583" y="1441958"/>
                  </a:lnTo>
                  <a:lnTo>
                    <a:pt x="1390650" y="1416177"/>
                  </a:lnTo>
                  <a:lnTo>
                    <a:pt x="1382141" y="1406778"/>
                  </a:lnTo>
                  <a:close/>
                </a:path>
                <a:path w="1664970" h="1665605">
                  <a:moveTo>
                    <a:pt x="1279144" y="1520952"/>
                  </a:moveTo>
                  <a:lnTo>
                    <a:pt x="1224407" y="1554099"/>
                  </a:lnTo>
                  <a:lnTo>
                    <a:pt x="1152779" y="1588897"/>
                  </a:lnTo>
                  <a:lnTo>
                    <a:pt x="1077341" y="1616455"/>
                  </a:lnTo>
                  <a:lnTo>
                    <a:pt x="998728" y="1636522"/>
                  </a:lnTo>
                  <a:lnTo>
                    <a:pt x="996569" y="1636902"/>
                  </a:lnTo>
                  <a:lnTo>
                    <a:pt x="998601" y="1649476"/>
                  </a:lnTo>
                  <a:lnTo>
                    <a:pt x="1081786" y="1628394"/>
                  </a:lnTo>
                  <a:lnTo>
                    <a:pt x="1158367" y="1600327"/>
                  </a:lnTo>
                  <a:lnTo>
                    <a:pt x="1231011" y="1565021"/>
                  </a:lnTo>
                  <a:lnTo>
                    <a:pt x="1285748" y="1531874"/>
                  </a:lnTo>
                  <a:lnTo>
                    <a:pt x="1279144" y="1520952"/>
                  </a:lnTo>
                  <a:close/>
                </a:path>
                <a:path w="1664970" h="1665605">
                  <a:moveTo>
                    <a:pt x="1266063" y="1499235"/>
                  </a:moveTo>
                  <a:lnTo>
                    <a:pt x="1211326" y="1532381"/>
                  </a:lnTo>
                  <a:lnTo>
                    <a:pt x="1141730" y="1566037"/>
                  </a:lnTo>
                  <a:lnTo>
                    <a:pt x="1068705" y="1592579"/>
                  </a:lnTo>
                  <a:lnTo>
                    <a:pt x="992505" y="1611884"/>
                  </a:lnTo>
                  <a:lnTo>
                    <a:pt x="994663" y="1624329"/>
                  </a:lnTo>
                  <a:lnTo>
                    <a:pt x="1073023" y="1604518"/>
                  </a:lnTo>
                  <a:lnTo>
                    <a:pt x="1147318" y="1577467"/>
                  </a:lnTo>
                  <a:lnTo>
                    <a:pt x="1217930" y="1543303"/>
                  </a:lnTo>
                  <a:lnTo>
                    <a:pt x="1272667" y="1510029"/>
                  </a:lnTo>
                  <a:lnTo>
                    <a:pt x="1266063" y="1499235"/>
                  </a:lnTo>
                  <a:close/>
                </a:path>
                <a:path w="1664970" h="1665605">
                  <a:moveTo>
                    <a:pt x="882650" y="1651000"/>
                  </a:moveTo>
                  <a:lnTo>
                    <a:pt x="844588" y="1652904"/>
                  </a:lnTo>
                  <a:lnTo>
                    <a:pt x="845185" y="1665477"/>
                  </a:lnTo>
                  <a:lnTo>
                    <a:pt x="883285" y="1663700"/>
                  </a:lnTo>
                  <a:lnTo>
                    <a:pt x="882650" y="1651000"/>
                  </a:lnTo>
                  <a:close/>
                </a:path>
                <a:path w="1664970" h="1665605">
                  <a:moveTo>
                    <a:pt x="881380" y="1625600"/>
                  </a:moveTo>
                  <a:lnTo>
                    <a:pt x="843343" y="1627504"/>
                  </a:lnTo>
                  <a:lnTo>
                    <a:pt x="843965" y="1640204"/>
                  </a:lnTo>
                  <a:lnTo>
                    <a:pt x="882015" y="1638300"/>
                  </a:lnTo>
                  <a:lnTo>
                    <a:pt x="881380" y="1625600"/>
                  </a:lnTo>
                  <a:close/>
                </a:path>
                <a:path w="1664970" h="1665605">
                  <a:moveTo>
                    <a:pt x="691692" y="1640331"/>
                  </a:moveTo>
                  <a:lnTo>
                    <a:pt x="689749" y="1652904"/>
                  </a:lnTo>
                  <a:lnTo>
                    <a:pt x="727392" y="1658747"/>
                  </a:lnTo>
                  <a:lnTo>
                    <a:pt x="729348" y="1646301"/>
                  </a:lnTo>
                  <a:lnTo>
                    <a:pt x="691692" y="1640331"/>
                  </a:lnTo>
                  <a:close/>
                </a:path>
                <a:path w="1664970" h="1665605">
                  <a:moveTo>
                    <a:pt x="695604" y="1615313"/>
                  </a:moveTo>
                  <a:lnTo>
                    <a:pt x="693648" y="1627886"/>
                  </a:lnTo>
                  <a:lnTo>
                    <a:pt x="731304" y="1633727"/>
                  </a:lnTo>
                  <a:lnTo>
                    <a:pt x="733259" y="1621154"/>
                  </a:lnTo>
                  <a:lnTo>
                    <a:pt x="695604" y="1615313"/>
                  </a:lnTo>
                  <a:close/>
                </a:path>
                <a:path w="1664970" h="1665605">
                  <a:moveTo>
                    <a:pt x="312051" y="1466850"/>
                  </a:moveTo>
                  <a:lnTo>
                    <a:pt x="368007" y="1524380"/>
                  </a:lnTo>
                  <a:lnTo>
                    <a:pt x="436587" y="1565783"/>
                  </a:lnTo>
                  <a:lnTo>
                    <a:pt x="509523" y="1601089"/>
                  </a:lnTo>
                  <a:lnTo>
                    <a:pt x="575233" y="1625092"/>
                  </a:lnTo>
                  <a:lnTo>
                    <a:pt x="579577" y="1613153"/>
                  </a:lnTo>
                  <a:lnTo>
                    <a:pt x="513867" y="1589151"/>
                  </a:lnTo>
                  <a:lnTo>
                    <a:pt x="442137" y="1554352"/>
                  </a:lnTo>
                  <a:lnTo>
                    <a:pt x="374586" y="1513459"/>
                  </a:lnTo>
                  <a:lnTo>
                    <a:pt x="312051" y="1466850"/>
                  </a:lnTo>
                  <a:close/>
                </a:path>
                <a:path w="1664970" h="1665605">
                  <a:moveTo>
                    <a:pt x="327253" y="1446529"/>
                  </a:moveTo>
                  <a:lnTo>
                    <a:pt x="381165" y="1502664"/>
                  </a:lnTo>
                  <a:lnTo>
                    <a:pt x="447675" y="1542923"/>
                  </a:lnTo>
                  <a:lnTo>
                    <a:pt x="518210" y="1577213"/>
                  </a:lnTo>
                  <a:lnTo>
                    <a:pt x="583920" y="1601216"/>
                  </a:lnTo>
                  <a:lnTo>
                    <a:pt x="588264" y="1589277"/>
                  </a:lnTo>
                  <a:lnTo>
                    <a:pt x="522554" y="1565275"/>
                  </a:lnTo>
                  <a:lnTo>
                    <a:pt x="453224" y="1531493"/>
                  </a:lnTo>
                  <a:lnTo>
                    <a:pt x="387756" y="1491742"/>
                  </a:lnTo>
                  <a:lnTo>
                    <a:pt x="327253" y="1446529"/>
                  </a:lnTo>
                  <a:close/>
                </a:path>
                <a:path w="1664970" h="1665605">
                  <a:moveTo>
                    <a:pt x="203288" y="1358646"/>
                  </a:moveTo>
                  <a:lnTo>
                    <a:pt x="193929" y="1367154"/>
                  </a:lnTo>
                  <a:lnTo>
                    <a:pt x="219646" y="1395222"/>
                  </a:lnTo>
                  <a:lnTo>
                    <a:pt x="229019" y="1386713"/>
                  </a:lnTo>
                  <a:lnTo>
                    <a:pt x="203288" y="1358646"/>
                  </a:lnTo>
                  <a:close/>
                </a:path>
                <a:path w="1664970" h="1665605">
                  <a:moveTo>
                    <a:pt x="222021" y="1341501"/>
                  </a:moveTo>
                  <a:lnTo>
                    <a:pt x="212661" y="1350010"/>
                  </a:lnTo>
                  <a:lnTo>
                    <a:pt x="238391" y="1378077"/>
                  </a:lnTo>
                  <a:lnTo>
                    <a:pt x="247751" y="1369568"/>
                  </a:lnTo>
                  <a:lnTo>
                    <a:pt x="222021" y="1341501"/>
                  </a:lnTo>
                  <a:close/>
                </a:path>
                <a:path w="1664970" h="1665605">
                  <a:moveTo>
                    <a:pt x="116560" y="1232027"/>
                  </a:moveTo>
                  <a:lnTo>
                    <a:pt x="105702" y="1238630"/>
                  </a:lnTo>
                  <a:lnTo>
                    <a:pt x="125450" y="1271270"/>
                  </a:lnTo>
                  <a:lnTo>
                    <a:pt x="136309" y="1264666"/>
                  </a:lnTo>
                  <a:lnTo>
                    <a:pt x="116560" y="1232027"/>
                  </a:lnTo>
                  <a:close/>
                </a:path>
                <a:path w="1664970" h="1665605">
                  <a:moveTo>
                    <a:pt x="138277" y="1218819"/>
                  </a:moveTo>
                  <a:lnTo>
                    <a:pt x="127419" y="1225423"/>
                  </a:lnTo>
                  <a:lnTo>
                    <a:pt x="147167" y="1258062"/>
                  </a:lnTo>
                  <a:lnTo>
                    <a:pt x="158026" y="1251458"/>
                  </a:lnTo>
                  <a:lnTo>
                    <a:pt x="138277" y="1218819"/>
                  </a:lnTo>
                  <a:close/>
                </a:path>
                <a:path w="1664970" h="1665605">
                  <a:moveTo>
                    <a:pt x="279" y="826389"/>
                  </a:moveTo>
                  <a:lnTo>
                    <a:pt x="4267" y="919226"/>
                  </a:lnTo>
                  <a:lnTo>
                    <a:pt x="17233" y="1001902"/>
                  </a:lnTo>
                  <a:lnTo>
                    <a:pt x="37693" y="1081786"/>
                  </a:lnTo>
                  <a:lnTo>
                    <a:pt x="55930" y="1131824"/>
                  </a:lnTo>
                  <a:lnTo>
                    <a:pt x="67856" y="1127505"/>
                  </a:lnTo>
                  <a:lnTo>
                    <a:pt x="49631" y="1077341"/>
                  </a:lnTo>
                  <a:lnTo>
                    <a:pt x="29540" y="998727"/>
                  </a:lnTo>
                  <a:lnTo>
                    <a:pt x="16814" y="917321"/>
                  </a:lnTo>
                  <a:lnTo>
                    <a:pt x="12718" y="834009"/>
                  </a:lnTo>
                  <a:lnTo>
                    <a:pt x="12743" y="832103"/>
                  </a:lnTo>
                  <a:lnTo>
                    <a:pt x="12966" y="827024"/>
                  </a:lnTo>
                  <a:lnTo>
                    <a:pt x="279" y="826389"/>
                  </a:lnTo>
                  <a:close/>
                </a:path>
                <a:path w="1664970" h="1665605">
                  <a:moveTo>
                    <a:pt x="25654" y="827531"/>
                  </a:moveTo>
                  <a:lnTo>
                    <a:pt x="25408" y="832103"/>
                  </a:lnTo>
                  <a:lnTo>
                    <a:pt x="25435" y="834009"/>
                  </a:lnTo>
                  <a:lnTo>
                    <a:pt x="29362" y="915416"/>
                  </a:lnTo>
                  <a:lnTo>
                    <a:pt x="41846" y="995679"/>
                  </a:lnTo>
                  <a:lnTo>
                    <a:pt x="61556" y="1073023"/>
                  </a:lnTo>
                  <a:lnTo>
                    <a:pt x="79794" y="1123061"/>
                  </a:lnTo>
                  <a:lnTo>
                    <a:pt x="91732" y="1118743"/>
                  </a:lnTo>
                  <a:lnTo>
                    <a:pt x="73494" y="1068704"/>
                  </a:lnTo>
                  <a:lnTo>
                    <a:pt x="54152" y="992504"/>
                  </a:lnTo>
                  <a:lnTo>
                    <a:pt x="41910" y="913384"/>
                  </a:lnTo>
                  <a:lnTo>
                    <a:pt x="38049" y="832103"/>
                  </a:lnTo>
                  <a:lnTo>
                    <a:pt x="38341" y="828167"/>
                  </a:lnTo>
                  <a:lnTo>
                    <a:pt x="25654" y="827531"/>
                  </a:lnTo>
                  <a:close/>
                </a:path>
                <a:path w="1664970" h="1665605">
                  <a:moveTo>
                    <a:pt x="15773" y="672973"/>
                  </a:moveTo>
                  <a:lnTo>
                    <a:pt x="9918" y="710565"/>
                  </a:lnTo>
                  <a:lnTo>
                    <a:pt x="22466" y="712470"/>
                  </a:lnTo>
                  <a:lnTo>
                    <a:pt x="28321" y="674877"/>
                  </a:lnTo>
                  <a:lnTo>
                    <a:pt x="15773" y="672973"/>
                  </a:lnTo>
                  <a:close/>
                </a:path>
                <a:path w="1664970" h="1665605">
                  <a:moveTo>
                    <a:pt x="40868" y="676783"/>
                  </a:moveTo>
                  <a:lnTo>
                    <a:pt x="35013" y="714501"/>
                  </a:lnTo>
                  <a:lnTo>
                    <a:pt x="47561" y="716406"/>
                  </a:lnTo>
                  <a:lnTo>
                    <a:pt x="53428" y="678815"/>
                  </a:lnTo>
                  <a:lnTo>
                    <a:pt x="40868" y="676783"/>
                  </a:lnTo>
                  <a:close/>
                </a:path>
                <a:path w="1664970" h="1665605">
                  <a:moveTo>
                    <a:pt x="83743" y="532129"/>
                  </a:moveTo>
                  <a:lnTo>
                    <a:pt x="70713" y="567944"/>
                  </a:lnTo>
                  <a:lnTo>
                    <a:pt x="82638" y="572262"/>
                  </a:lnTo>
                  <a:lnTo>
                    <a:pt x="95681" y="536448"/>
                  </a:lnTo>
                  <a:lnTo>
                    <a:pt x="83743" y="532129"/>
                  </a:lnTo>
                  <a:close/>
                </a:path>
                <a:path w="1664970" h="1665605">
                  <a:moveTo>
                    <a:pt x="59880" y="523494"/>
                  </a:moveTo>
                  <a:lnTo>
                    <a:pt x="46837" y="559180"/>
                  </a:lnTo>
                  <a:lnTo>
                    <a:pt x="58775" y="563626"/>
                  </a:lnTo>
                  <a:lnTo>
                    <a:pt x="71805" y="527812"/>
                  </a:lnTo>
                  <a:lnTo>
                    <a:pt x="59880" y="523494"/>
                  </a:lnTo>
                  <a:close/>
                </a:path>
                <a:path w="1664970" h="1665605">
                  <a:moveTo>
                    <a:pt x="328904" y="202565"/>
                  </a:moveTo>
                  <a:lnTo>
                    <a:pt x="262267" y="261874"/>
                  </a:lnTo>
                  <a:lnTo>
                    <a:pt x="209867" y="319024"/>
                  </a:lnTo>
                  <a:lnTo>
                    <a:pt x="163449" y="381126"/>
                  </a:lnTo>
                  <a:lnTo>
                    <a:pt x="133400" y="430784"/>
                  </a:lnTo>
                  <a:lnTo>
                    <a:pt x="144259" y="437261"/>
                  </a:lnTo>
                  <a:lnTo>
                    <a:pt x="174307" y="387730"/>
                  </a:lnTo>
                  <a:lnTo>
                    <a:pt x="220040" y="326644"/>
                  </a:lnTo>
                  <a:lnTo>
                    <a:pt x="271627" y="270383"/>
                  </a:lnTo>
                  <a:lnTo>
                    <a:pt x="328129" y="218821"/>
                  </a:lnTo>
                  <a:lnTo>
                    <a:pt x="336499" y="212725"/>
                  </a:lnTo>
                  <a:lnTo>
                    <a:pt x="328904" y="202565"/>
                  </a:lnTo>
                  <a:close/>
                </a:path>
                <a:path w="1664970" h="1665605">
                  <a:moveTo>
                    <a:pt x="313702" y="182118"/>
                  </a:moveTo>
                  <a:lnTo>
                    <a:pt x="243535" y="244728"/>
                  </a:lnTo>
                  <a:lnTo>
                    <a:pt x="189509" y="303911"/>
                  </a:lnTo>
                  <a:lnTo>
                    <a:pt x="141719" y="368046"/>
                  </a:lnTo>
                  <a:lnTo>
                    <a:pt x="111683" y="417575"/>
                  </a:lnTo>
                  <a:lnTo>
                    <a:pt x="122542" y="424179"/>
                  </a:lnTo>
                  <a:lnTo>
                    <a:pt x="152590" y="374650"/>
                  </a:lnTo>
                  <a:lnTo>
                    <a:pt x="199694" y="311403"/>
                  </a:lnTo>
                  <a:lnTo>
                    <a:pt x="252895" y="253238"/>
                  </a:lnTo>
                  <a:lnTo>
                    <a:pt x="310972" y="200151"/>
                  </a:lnTo>
                  <a:lnTo>
                    <a:pt x="321310" y="192277"/>
                  </a:lnTo>
                  <a:lnTo>
                    <a:pt x="313702" y="182118"/>
                  </a:lnTo>
                  <a:close/>
                </a:path>
                <a:path w="1664970" h="1665605">
                  <a:moveTo>
                    <a:pt x="455015" y="119506"/>
                  </a:moveTo>
                  <a:lnTo>
                    <a:pt x="448195" y="122809"/>
                  </a:lnTo>
                  <a:lnTo>
                    <a:pt x="422592" y="138302"/>
                  </a:lnTo>
                  <a:lnTo>
                    <a:pt x="429171" y="149225"/>
                  </a:lnTo>
                  <a:lnTo>
                    <a:pt x="454774" y="133730"/>
                  </a:lnTo>
                  <a:lnTo>
                    <a:pt x="460565" y="130937"/>
                  </a:lnTo>
                  <a:lnTo>
                    <a:pt x="455015" y="119506"/>
                  </a:lnTo>
                  <a:close/>
                </a:path>
                <a:path w="1664970" h="1665605">
                  <a:moveTo>
                    <a:pt x="443915" y="96647"/>
                  </a:moveTo>
                  <a:lnTo>
                    <a:pt x="435038" y="101092"/>
                  </a:lnTo>
                  <a:lnTo>
                    <a:pt x="409422" y="116586"/>
                  </a:lnTo>
                  <a:lnTo>
                    <a:pt x="416013" y="127508"/>
                  </a:lnTo>
                  <a:lnTo>
                    <a:pt x="441617" y="112014"/>
                  </a:lnTo>
                  <a:lnTo>
                    <a:pt x="449465" y="108076"/>
                  </a:lnTo>
                  <a:lnTo>
                    <a:pt x="443915" y="96647"/>
                  </a:lnTo>
                  <a:close/>
                </a:path>
                <a:path w="1664970" h="1665605">
                  <a:moveTo>
                    <a:pt x="594220" y="61341"/>
                  </a:moveTo>
                  <a:lnTo>
                    <a:pt x="593051" y="61595"/>
                  </a:lnTo>
                  <a:lnTo>
                    <a:pt x="558965" y="73914"/>
                  </a:lnTo>
                  <a:lnTo>
                    <a:pt x="563321" y="85851"/>
                  </a:lnTo>
                  <a:lnTo>
                    <a:pt x="597395" y="73533"/>
                  </a:lnTo>
                  <a:lnTo>
                    <a:pt x="594220" y="61341"/>
                  </a:lnTo>
                  <a:close/>
                </a:path>
                <a:path w="1664970" h="1665605">
                  <a:moveTo>
                    <a:pt x="587946" y="36702"/>
                  </a:moveTo>
                  <a:lnTo>
                    <a:pt x="584352" y="37719"/>
                  </a:lnTo>
                  <a:lnTo>
                    <a:pt x="550278" y="50165"/>
                  </a:lnTo>
                  <a:lnTo>
                    <a:pt x="554621" y="61975"/>
                  </a:lnTo>
                  <a:lnTo>
                    <a:pt x="588695" y="49656"/>
                  </a:lnTo>
                  <a:lnTo>
                    <a:pt x="591083" y="49022"/>
                  </a:lnTo>
                  <a:lnTo>
                    <a:pt x="587946" y="367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86939" y="56388"/>
              <a:ext cx="4389882" cy="1021842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465957" y="15117"/>
            <a:ext cx="4315969" cy="100027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lang="en-US" noProof="0" dirty="0"/>
              <a:t>Antoine</a:t>
            </a:r>
            <a:r>
              <a:rPr lang="en-US" spc="-200" noProof="0" dirty="0"/>
              <a:t> </a:t>
            </a:r>
            <a:r>
              <a:rPr lang="en-US" spc="-10" noProof="0" dirty="0"/>
              <a:t>CHEDEBOIS</a:t>
            </a:r>
          </a:p>
          <a:p>
            <a:pPr marL="68580">
              <a:lnSpc>
                <a:spcPct val="100000"/>
              </a:lnSpc>
              <a:spcBef>
                <a:spcPts val="470"/>
              </a:spcBef>
            </a:pPr>
            <a:r>
              <a:rPr lang="en-US" sz="1400" noProof="0"/>
              <a:t>Engineering </a:t>
            </a:r>
            <a:r>
              <a:rPr lang="en-US" sz="1400" noProof="0" dirty="0"/>
              <a:t>Squad Lead / Full Stack Tech Lead / DevOps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23799" y="1925472"/>
            <a:ext cx="1717675" cy="116141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84455" indent="-7175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84455" algn="l"/>
              </a:tabLst>
            </a:pPr>
            <a:r>
              <a:rPr lang="en-US" sz="1000" noProof="0" dirty="0">
                <a:solidFill>
                  <a:srgbClr val="FFFFFF"/>
                </a:solidFill>
                <a:latin typeface="Calibri"/>
                <a:cs typeface="Calibri"/>
              </a:rPr>
              <a:t>49</a:t>
            </a:r>
            <a:r>
              <a:rPr lang="en-US" sz="1000" spc="-5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000" noProof="0" dirty="0">
                <a:solidFill>
                  <a:srgbClr val="FFFFFF"/>
                </a:solidFill>
                <a:latin typeface="Calibri"/>
                <a:cs typeface="Calibri"/>
              </a:rPr>
              <a:t>years</a:t>
            </a:r>
            <a:r>
              <a:rPr lang="en-US" sz="1000" spc="-25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000" noProof="0" dirty="0">
                <a:solidFill>
                  <a:srgbClr val="FFFFFF"/>
                </a:solidFill>
                <a:latin typeface="Calibri"/>
                <a:cs typeface="Calibri"/>
              </a:rPr>
              <a:t>old,</a:t>
            </a:r>
            <a:r>
              <a:rPr lang="en-US" sz="1000" spc="-25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000" noProof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lang="en-US" sz="1000" spc="-20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000" spc="-10" noProof="0" dirty="0">
                <a:solidFill>
                  <a:srgbClr val="FFFFFF"/>
                </a:solidFill>
                <a:latin typeface="Calibri"/>
                <a:cs typeface="Calibri"/>
              </a:rPr>
              <a:t>children</a:t>
            </a:r>
            <a:endParaRPr lang="en-US" sz="1000" noProof="0" dirty="0">
              <a:latin typeface="Calibri"/>
              <a:cs typeface="Calibri"/>
            </a:endParaRPr>
          </a:p>
          <a:p>
            <a:pPr marL="84455" indent="-71755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84455" algn="l"/>
              </a:tabLst>
            </a:pPr>
            <a:r>
              <a:rPr lang="en-US" sz="1000" noProof="0" dirty="0">
                <a:solidFill>
                  <a:srgbClr val="FFFFFF"/>
                </a:solidFill>
                <a:latin typeface="Calibri"/>
                <a:cs typeface="Calibri"/>
              </a:rPr>
              <a:t>Paris,</a:t>
            </a:r>
            <a:r>
              <a:rPr lang="en-US" sz="1000" spc="-35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000" spc="-10" noProof="0" dirty="0">
                <a:solidFill>
                  <a:srgbClr val="FFFFFF"/>
                </a:solidFill>
                <a:latin typeface="Calibri"/>
                <a:cs typeface="Calibri"/>
              </a:rPr>
              <a:t>France</a:t>
            </a:r>
            <a:endParaRPr lang="en-US" sz="10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lang="en-US" sz="1000" noProof="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r>
              <a:rPr lang="en-US" sz="1000" spc="-45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000" noProof="0" dirty="0">
                <a:solidFill>
                  <a:srgbClr val="FFFFFF"/>
                </a:solidFill>
                <a:latin typeface="Calibri"/>
                <a:cs typeface="Calibri"/>
              </a:rPr>
              <a:t>+33</a:t>
            </a:r>
            <a:r>
              <a:rPr lang="en-US" sz="1000" spc="40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000" spc="-10" noProof="0" dirty="0">
                <a:solidFill>
                  <a:srgbClr val="FFFFFF"/>
                </a:solidFill>
                <a:latin typeface="Calibri"/>
                <a:cs typeface="Calibri"/>
              </a:rPr>
              <a:t>6-75-</a:t>
            </a:r>
            <a:r>
              <a:rPr lang="en-US" sz="1000" spc="-20" noProof="0" dirty="0">
                <a:solidFill>
                  <a:srgbClr val="FFFFFF"/>
                </a:solidFill>
                <a:latin typeface="Calibri"/>
                <a:cs typeface="Calibri"/>
              </a:rPr>
              <a:t>05-35-</a:t>
            </a:r>
            <a:r>
              <a:rPr lang="en-US" sz="1000" spc="-25" noProof="0" dirty="0">
                <a:solidFill>
                  <a:srgbClr val="FFFFFF"/>
                </a:solidFill>
                <a:latin typeface="Calibri"/>
                <a:cs typeface="Calibri"/>
              </a:rPr>
              <a:t>32</a:t>
            </a:r>
            <a:endParaRPr lang="en-US" sz="1000" noProof="0" dirty="0">
              <a:latin typeface="Calibri"/>
              <a:cs typeface="Calibri"/>
            </a:endParaRPr>
          </a:p>
          <a:p>
            <a:pPr marL="84455" indent="-71755">
              <a:lnSpc>
                <a:spcPct val="100000"/>
              </a:lnSpc>
              <a:spcBef>
                <a:spcPts val="465"/>
              </a:spcBef>
              <a:buFont typeface="Arial"/>
              <a:buChar char="•"/>
              <a:tabLst>
                <a:tab pos="84455" algn="l"/>
              </a:tabLst>
            </a:pPr>
            <a:r>
              <a:rPr lang="en-US" sz="1000" spc="-10" noProof="0" dirty="0">
                <a:solidFill>
                  <a:schemeClr val="bg1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antoinechedebois@gmail.com</a:t>
            </a:r>
            <a:endParaRPr lang="en-US" sz="1000" noProof="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84455" indent="-71755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84455" algn="l"/>
              </a:tabLst>
            </a:pPr>
            <a:r>
              <a:rPr lang="en-US" sz="1000" b="1" spc="-10" noProof="0" dirty="0">
                <a:solidFill>
                  <a:schemeClr val="bg1"/>
                </a:solidFill>
                <a:latin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https://antoinechedebois.com</a:t>
            </a:r>
            <a:endParaRPr lang="en-US" sz="1000" noProof="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48230" y="4908996"/>
            <a:ext cx="4419726" cy="9584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177165" algn="l"/>
              </a:tabLst>
            </a:pP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SENIOR</a:t>
            </a:r>
            <a:r>
              <a:rPr lang="en-US" sz="1100" b="1" spc="-25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spc="-50" dirty="0">
                <a:solidFill>
                  <a:srgbClr val="3A6278"/>
                </a:solidFill>
                <a:latin typeface="Calibri"/>
                <a:cs typeface="Calibri"/>
              </a:rPr>
              <a:t>FULL STACK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 /</a:t>
            </a:r>
            <a:r>
              <a:rPr lang="en-US" sz="1100" b="1" spc="-5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spc="-10" noProof="0" dirty="0">
                <a:solidFill>
                  <a:srgbClr val="3A6278"/>
                </a:solidFill>
                <a:latin typeface="Calibri"/>
                <a:cs typeface="Calibri"/>
              </a:rPr>
              <a:t>TECHNICAL</a:t>
            </a:r>
            <a:r>
              <a:rPr lang="en-US" sz="1100" b="1" spc="-4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spc="-20" noProof="0" dirty="0">
                <a:solidFill>
                  <a:srgbClr val="3A6278"/>
                </a:solidFill>
                <a:latin typeface="Calibri"/>
                <a:cs typeface="Calibri"/>
              </a:rPr>
              <a:t>LEAD</a:t>
            </a:r>
            <a:endParaRPr lang="en-US" sz="11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z="1400" noProof="0" dirty="0">
                <a:latin typeface="Calibri"/>
                <a:cs typeface="Calibri"/>
              </a:rPr>
              <a:t>FRENCH</a:t>
            </a:r>
            <a:r>
              <a:rPr lang="en-US" sz="1400" spc="-55" noProof="0" dirty="0">
                <a:latin typeface="Calibri"/>
                <a:cs typeface="Calibri"/>
              </a:rPr>
              <a:t> </a:t>
            </a:r>
            <a:r>
              <a:rPr lang="en-US" sz="1400" noProof="0" dirty="0">
                <a:latin typeface="Calibri"/>
                <a:cs typeface="Calibri"/>
              </a:rPr>
              <a:t>ARMY</a:t>
            </a:r>
            <a:r>
              <a:rPr lang="en-US" sz="1400" spc="-40" noProof="0" dirty="0">
                <a:latin typeface="Calibri"/>
                <a:cs typeface="Calibri"/>
              </a:rPr>
              <a:t> </a:t>
            </a:r>
            <a:r>
              <a:rPr lang="en-US" sz="1400" noProof="0" dirty="0">
                <a:latin typeface="Calibri"/>
                <a:cs typeface="Calibri"/>
              </a:rPr>
              <a:t>|</a:t>
            </a:r>
            <a:r>
              <a:rPr lang="en-US" sz="1400" spc="-25" noProof="0" dirty="0">
                <a:latin typeface="Calibri"/>
                <a:cs typeface="Calibri"/>
              </a:rPr>
              <a:t> </a:t>
            </a:r>
            <a:r>
              <a:rPr lang="en-US" sz="1400" noProof="0" dirty="0">
                <a:latin typeface="Calibri"/>
                <a:cs typeface="Calibri"/>
              </a:rPr>
              <a:t>2017</a:t>
            </a:r>
            <a:r>
              <a:rPr lang="en-US" sz="1400" spc="-25" noProof="0" dirty="0">
                <a:latin typeface="Calibri"/>
                <a:cs typeface="Calibri"/>
              </a:rPr>
              <a:t> </a:t>
            </a:r>
            <a:r>
              <a:rPr lang="en-US" sz="1400" noProof="0" dirty="0">
                <a:latin typeface="Calibri"/>
                <a:cs typeface="Calibri"/>
              </a:rPr>
              <a:t>to</a:t>
            </a:r>
            <a:r>
              <a:rPr lang="en-US" sz="1400" spc="-25" noProof="0" dirty="0">
                <a:latin typeface="Calibri"/>
                <a:cs typeface="Calibri"/>
              </a:rPr>
              <a:t> </a:t>
            </a:r>
            <a:r>
              <a:rPr lang="en-US" sz="1400" spc="-20" noProof="0" dirty="0">
                <a:latin typeface="Calibri"/>
                <a:cs typeface="Calibri"/>
              </a:rPr>
              <a:t>2020</a:t>
            </a:r>
            <a:endParaRPr lang="en-US" sz="1400" noProof="0" dirty="0">
              <a:latin typeface="Calibri"/>
              <a:cs typeface="Calibri"/>
            </a:endParaRPr>
          </a:p>
          <a:p>
            <a:pPr marL="177165" marR="57785">
              <a:lnSpc>
                <a:spcPct val="101699"/>
              </a:lnSpc>
              <a:spcBef>
                <a:spcPts val="25"/>
              </a:spcBef>
            </a:pPr>
            <a:r>
              <a:rPr lang="en-US" sz="900" noProof="0" dirty="0">
                <a:latin typeface="Calibri"/>
                <a:cs typeface="Calibri"/>
              </a:rPr>
              <a:t>Technical</a:t>
            </a:r>
            <a:r>
              <a:rPr lang="en-US" sz="900" spc="-1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leader</a:t>
            </a:r>
            <a:r>
              <a:rPr lang="en-US" sz="900" spc="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of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a</a:t>
            </a:r>
            <a:r>
              <a:rPr lang="en-US" sz="900" spc="-1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5-engineer</a:t>
            </a:r>
            <a:r>
              <a:rPr lang="en-US" sz="900" spc="2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team.</a:t>
            </a:r>
            <a:r>
              <a:rPr lang="en-US" sz="900" spc="-1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Translation</a:t>
            </a:r>
            <a:r>
              <a:rPr lang="en-US" sz="900" spc="-1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of</a:t>
            </a:r>
            <a:r>
              <a:rPr lang="en-US" sz="900" spc="-3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the</a:t>
            </a:r>
            <a:r>
              <a:rPr lang="en-US" sz="900" spc="-1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customer</a:t>
            </a:r>
            <a:r>
              <a:rPr lang="en-US" sz="900" spc="-1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needs in</a:t>
            </a:r>
            <a:r>
              <a:rPr lang="en-US" sz="900" spc="-10" noProof="0" dirty="0">
                <a:latin typeface="Calibri"/>
                <a:cs typeface="Calibri"/>
              </a:rPr>
              <a:t> wireframes,</a:t>
            </a:r>
            <a:r>
              <a:rPr lang="en-US" sz="900" spc="-1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HTML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design</a:t>
            </a:r>
            <a:r>
              <a:rPr lang="en-US" sz="900" spc="-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and</a:t>
            </a:r>
            <a:r>
              <a:rPr lang="en-US" sz="900" spc="-10" noProof="0" dirty="0">
                <a:latin typeface="Calibri"/>
                <a:cs typeface="Calibri"/>
              </a:rPr>
              <a:t> integration,</a:t>
            </a:r>
            <a:r>
              <a:rPr lang="en-US" sz="900" spc="-5" noProof="0" dirty="0">
                <a:latin typeface="Calibri"/>
                <a:cs typeface="Calibri"/>
              </a:rPr>
              <a:t> </a:t>
            </a:r>
            <a:r>
              <a:rPr lang="en-US" sz="900" spc="-10" noProof="0" dirty="0">
                <a:latin typeface="Calibri"/>
                <a:cs typeface="Calibri"/>
              </a:rPr>
              <a:t>frontend dev.</a:t>
            </a:r>
            <a:r>
              <a:rPr lang="en-US" sz="900" noProof="0" dirty="0">
                <a:latin typeface="Calibri"/>
                <a:cs typeface="Calibri"/>
              </a:rPr>
              <a:t> using</a:t>
            </a:r>
            <a:r>
              <a:rPr lang="en-US" sz="900" spc="-1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Angular</a:t>
            </a:r>
            <a:r>
              <a:rPr lang="en-US" sz="900" spc="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and</a:t>
            </a:r>
            <a:r>
              <a:rPr lang="en-US" sz="900" spc="-1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backend dev. with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spc="-10" noProof="0" dirty="0">
                <a:latin typeface="Calibri"/>
                <a:cs typeface="Calibri"/>
              </a:rPr>
              <a:t>Symfony.</a:t>
            </a:r>
            <a:endParaRPr lang="en-US" sz="900" noProof="0" dirty="0">
              <a:latin typeface="Calibri"/>
              <a:cs typeface="Calibri"/>
            </a:endParaRPr>
          </a:p>
          <a:p>
            <a:pPr marL="177165" marR="5080">
              <a:lnSpc>
                <a:spcPct val="101699"/>
              </a:lnSpc>
              <a:spcBef>
                <a:spcPts val="5"/>
              </a:spcBef>
            </a:pPr>
            <a:r>
              <a:rPr lang="en-US" sz="900" i="1" noProof="0" dirty="0">
                <a:latin typeface="Calibri"/>
                <a:cs typeface="Calibri"/>
              </a:rPr>
              <a:t>Stack</a:t>
            </a:r>
            <a:r>
              <a:rPr lang="en-US" sz="900" noProof="0" dirty="0">
                <a:latin typeface="Calibri"/>
                <a:cs typeface="Calibri"/>
              </a:rPr>
              <a:t>:</a:t>
            </a:r>
            <a:r>
              <a:rPr lang="en-US" sz="900" spc="-3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Angular,</a:t>
            </a:r>
            <a:r>
              <a:rPr lang="en-US" sz="900" spc="-20" noProof="0" dirty="0">
                <a:latin typeface="Calibri"/>
                <a:cs typeface="Calibri"/>
              </a:rPr>
              <a:t> </a:t>
            </a:r>
            <a:r>
              <a:rPr lang="en-US" sz="900" spc="-10" noProof="0" dirty="0">
                <a:latin typeface="Calibri"/>
                <a:cs typeface="Calibri"/>
              </a:rPr>
              <a:t>Symfony,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Bootstrap,</a:t>
            </a:r>
            <a:r>
              <a:rPr lang="en-US" sz="900" spc="-3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LESS,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MySQL,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Redis,</a:t>
            </a:r>
            <a:r>
              <a:rPr lang="en-US" sz="900" spc="-3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TypeScript,</a:t>
            </a:r>
            <a:r>
              <a:rPr lang="en-US" sz="900" spc="-2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PHP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spc="-10" noProof="0" dirty="0">
                <a:latin typeface="Calibri"/>
                <a:cs typeface="Calibri"/>
              </a:rPr>
              <a:t>Object</a:t>
            </a:r>
            <a:r>
              <a:rPr lang="en-US" sz="900" noProof="0" dirty="0">
                <a:latin typeface="Calibri"/>
                <a:cs typeface="Calibri"/>
              </a:rPr>
              <a:t>,</a:t>
            </a:r>
            <a:r>
              <a:rPr lang="en-US" sz="900" spc="-1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Gimp,</a:t>
            </a:r>
            <a:r>
              <a:rPr lang="en-US" sz="900" spc="-1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Git,</a:t>
            </a:r>
            <a:r>
              <a:rPr lang="en-US" sz="900" spc="-2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GitLab,</a:t>
            </a:r>
            <a:r>
              <a:rPr lang="en-US" sz="900" spc="-1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Artifactory,</a:t>
            </a:r>
            <a:r>
              <a:rPr lang="en-US" sz="900" spc="-2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Jira,</a:t>
            </a:r>
            <a:r>
              <a:rPr lang="en-US" sz="900" spc="-15" noProof="0" dirty="0">
                <a:latin typeface="Calibri"/>
                <a:cs typeface="Calibri"/>
              </a:rPr>
              <a:t> </a:t>
            </a:r>
            <a:r>
              <a:rPr lang="en-US" sz="900" spc="-10" noProof="0" dirty="0">
                <a:latin typeface="Calibri"/>
                <a:cs typeface="Calibri"/>
              </a:rPr>
              <a:t>Confluence, </a:t>
            </a:r>
            <a:r>
              <a:rPr lang="en-US" sz="900" noProof="0" dirty="0">
                <a:latin typeface="Calibri"/>
                <a:cs typeface="Calibri"/>
              </a:rPr>
              <a:t>PHP</a:t>
            </a:r>
            <a:r>
              <a:rPr lang="en-US" sz="900" spc="-3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Storm,</a:t>
            </a:r>
            <a:r>
              <a:rPr lang="en-US" sz="900" spc="-1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Web</a:t>
            </a:r>
            <a:r>
              <a:rPr lang="en-US" sz="900" spc="-1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Storm,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spc="-10" noProof="0" dirty="0">
                <a:latin typeface="Calibri"/>
                <a:cs typeface="Calibri"/>
              </a:rPr>
              <a:t>Debian, </a:t>
            </a:r>
            <a:r>
              <a:rPr lang="en-US" sz="900" noProof="0" dirty="0">
                <a:latin typeface="Calibri"/>
                <a:cs typeface="Calibri"/>
              </a:rPr>
              <a:t>Docker,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spc="-10" noProof="0" dirty="0">
                <a:latin typeface="Calibri"/>
                <a:cs typeface="Calibri"/>
              </a:rPr>
              <a:t>Nginx...</a:t>
            </a:r>
            <a:endParaRPr lang="en-US" sz="900" noProof="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43150" y="5963920"/>
            <a:ext cx="4419726" cy="9702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177165" algn="l"/>
              </a:tabLst>
            </a:pP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SENIOR </a:t>
            </a:r>
            <a:r>
              <a:rPr lang="en-US" sz="1100" b="1" spc="-50" dirty="0">
                <a:solidFill>
                  <a:srgbClr val="3A6278"/>
                </a:solidFill>
                <a:latin typeface="Calibri"/>
                <a:cs typeface="Calibri"/>
              </a:rPr>
              <a:t>FULL STACK </a:t>
            </a:r>
            <a:r>
              <a:rPr lang="en-US" sz="1100" b="1" spc="-25" noProof="0" dirty="0">
                <a:solidFill>
                  <a:srgbClr val="3A6278"/>
                </a:solidFill>
                <a:latin typeface="Calibri"/>
                <a:cs typeface="Calibri"/>
              </a:rPr>
              <a:t>/ TEACH LEAD</a:t>
            </a:r>
            <a:endParaRPr lang="en-US" sz="11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z="1400" noProof="0" dirty="0">
                <a:latin typeface="Calibri"/>
                <a:cs typeface="Calibri"/>
              </a:rPr>
              <a:t>FRENCH</a:t>
            </a:r>
            <a:r>
              <a:rPr lang="en-US" sz="1400" spc="-45" noProof="0" dirty="0">
                <a:latin typeface="Calibri"/>
                <a:cs typeface="Calibri"/>
              </a:rPr>
              <a:t> </a:t>
            </a:r>
            <a:r>
              <a:rPr lang="en-US" sz="1400" spc="-10" noProof="0" dirty="0">
                <a:latin typeface="Calibri"/>
                <a:cs typeface="Calibri"/>
              </a:rPr>
              <a:t>TERRITORIAL</a:t>
            </a:r>
            <a:r>
              <a:rPr lang="en-US" sz="1400" spc="-35" noProof="0" dirty="0">
                <a:latin typeface="Calibri"/>
                <a:cs typeface="Calibri"/>
              </a:rPr>
              <a:t> </a:t>
            </a:r>
            <a:r>
              <a:rPr lang="en-US" sz="1400" spc="-10" noProof="0" dirty="0">
                <a:latin typeface="Calibri"/>
                <a:cs typeface="Calibri"/>
              </a:rPr>
              <a:t>COLLECTIVITY|</a:t>
            </a:r>
            <a:r>
              <a:rPr lang="en-US" sz="1400" spc="-15" noProof="0" dirty="0">
                <a:latin typeface="Calibri"/>
                <a:cs typeface="Calibri"/>
              </a:rPr>
              <a:t> </a:t>
            </a:r>
            <a:r>
              <a:rPr lang="en-US" sz="1400" noProof="0" dirty="0">
                <a:latin typeface="Calibri"/>
                <a:cs typeface="Calibri"/>
              </a:rPr>
              <a:t>2016</a:t>
            </a:r>
            <a:r>
              <a:rPr lang="en-US" sz="1400" spc="-15" noProof="0" dirty="0">
                <a:latin typeface="Calibri"/>
                <a:cs typeface="Calibri"/>
              </a:rPr>
              <a:t> </a:t>
            </a:r>
            <a:r>
              <a:rPr lang="en-US" sz="1400" noProof="0" dirty="0">
                <a:latin typeface="Calibri"/>
                <a:cs typeface="Calibri"/>
              </a:rPr>
              <a:t>to</a:t>
            </a:r>
            <a:r>
              <a:rPr lang="en-US" sz="1400" spc="-10" noProof="0" dirty="0">
                <a:latin typeface="Calibri"/>
                <a:cs typeface="Calibri"/>
              </a:rPr>
              <a:t> </a:t>
            </a:r>
            <a:r>
              <a:rPr lang="en-US" sz="1400" spc="-20" noProof="0" dirty="0">
                <a:latin typeface="Calibri"/>
                <a:cs typeface="Calibri"/>
              </a:rPr>
              <a:t>2017</a:t>
            </a:r>
            <a:endParaRPr lang="en-US" sz="1400" noProof="0" dirty="0">
              <a:latin typeface="Calibri"/>
              <a:cs typeface="Calibri"/>
            </a:endParaRPr>
          </a:p>
          <a:p>
            <a:pPr marL="177165" marR="249554">
              <a:lnSpc>
                <a:spcPct val="101099"/>
              </a:lnSpc>
              <a:spcBef>
                <a:spcPts val="45"/>
              </a:spcBef>
            </a:pPr>
            <a:r>
              <a:rPr lang="en-US" sz="900" spc="-10" noProof="0" dirty="0">
                <a:latin typeface="Calibri"/>
                <a:cs typeface="Calibri"/>
              </a:rPr>
              <a:t>Development</a:t>
            </a:r>
            <a:r>
              <a:rPr lang="en-US" sz="900" noProof="0" dirty="0">
                <a:latin typeface="Calibri"/>
                <a:cs typeface="Calibri"/>
              </a:rPr>
              <a:t> of</a:t>
            </a:r>
            <a:r>
              <a:rPr lang="en-US" sz="900" spc="-3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Web</a:t>
            </a:r>
            <a:r>
              <a:rPr lang="en-US" sz="900" spc="-2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applications</a:t>
            </a:r>
            <a:r>
              <a:rPr lang="en-US" sz="900" spc="-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for</a:t>
            </a:r>
            <a:r>
              <a:rPr lang="en-US" sz="900" spc="-3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agents</a:t>
            </a:r>
            <a:r>
              <a:rPr lang="en-US" sz="900" spc="-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and</a:t>
            </a:r>
            <a:r>
              <a:rPr lang="en-US" sz="900" spc="-2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users</a:t>
            </a:r>
            <a:r>
              <a:rPr lang="en-US" sz="900" spc="-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of</a:t>
            </a:r>
            <a:r>
              <a:rPr lang="en-US" sz="900" spc="-3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the</a:t>
            </a:r>
            <a:r>
              <a:rPr lang="en-US" sz="900" spc="-1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Council.</a:t>
            </a:r>
            <a:r>
              <a:rPr lang="en-US" sz="900" spc="-1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Lead</a:t>
            </a:r>
            <a:r>
              <a:rPr lang="en-US" sz="900" spc="-2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dev</a:t>
            </a:r>
            <a:r>
              <a:rPr lang="en-US" sz="900" spc="-1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of</a:t>
            </a:r>
            <a:r>
              <a:rPr lang="en-US" sz="900" spc="-20" noProof="0" dirty="0">
                <a:latin typeface="Calibri"/>
                <a:cs typeface="Calibri"/>
              </a:rPr>
              <a:t> </a:t>
            </a:r>
            <a:r>
              <a:rPr lang="en-US" sz="900" spc="-50" noProof="0" dirty="0">
                <a:latin typeface="Calibri"/>
                <a:cs typeface="Calibri"/>
              </a:rPr>
              <a:t>a</a:t>
            </a:r>
            <a:r>
              <a:rPr lang="en-US" sz="900" spc="50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small</a:t>
            </a:r>
            <a:r>
              <a:rPr lang="en-US" sz="900" spc="-5" noProof="0" dirty="0">
                <a:latin typeface="Calibri"/>
                <a:cs typeface="Calibri"/>
              </a:rPr>
              <a:t> 3 dev </a:t>
            </a:r>
            <a:r>
              <a:rPr lang="en-US" sz="900" noProof="0" dirty="0">
                <a:latin typeface="Calibri"/>
                <a:cs typeface="Calibri"/>
              </a:rPr>
              <a:t>team</a:t>
            </a:r>
            <a:r>
              <a:rPr lang="en-US" sz="900" spc="-10" noProof="0" dirty="0">
                <a:latin typeface="Calibri"/>
                <a:cs typeface="Calibri"/>
              </a:rPr>
              <a:t>.</a:t>
            </a:r>
            <a:endParaRPr lang="en-US" sz="900" noProof="0" dirty="0">
              <a:latin typeface="Calibri"/>
              <a:cs typeface="Calibri"/>
            </a:endParaRPr>
          </a:p>
          <a:p>
            <a:pPr marL="177165" marR="5080">
              <a:lnSpc>
                <a:spcPct val="101099"/>
              </a:lnSpc>
              <a:spcBef>
                <a:spcPts val="10"/>
              </a:spcBef>
            </a:pPr>
            <a:r>
              <a:rPr lang="en-US" sz="900" i="1" noProof="0" dirty="0">
                <a:latin typeface="Calibri"/>
                <a:cs typeface="Calibri"/>
              </a:rPr>
              <a:t>Stack</a:t>
            </a:r>
            <a:r>
              <a:rPr lang="en-US" sz="900" noProof="0" dirty="0">
                <a:latin typeface="Calibri"/>
                <a:cs typeface="Calibri"/>
              </a:rPr>
              <a:t>:</a:t>
            </a:r>
            <a:r>
              <a:rPr lang="en-US" sz="900" spc="-3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Node.js,</a:t>
            </a:r>
            <a:r>
              <a:rPr lang="en-US" sz="900" spc="-3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jQuery,</a:t>
            </a:r>
            <a:r>
              <a:rPr lang="en-US" sz="900" spc="-2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Elasticsearch,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noProof="0" dirty="0" err="1">
                <a:latin typeface="Calibri"/>
                <a:cs typeface="Calibri"/>
              </a:rPr>
              <a:t>CakePHP</a:t>
            </a:r>
            <a:r>
              <a:rPr lang="en-US" sz="900" noProof="0" dirty="0">
                <a:latin typeface="Calibri"/>
                <a:cs typeface="Calibri"/>
              </a:rPr>
              <a:t>,</a:t>
            </a:r>
            <a:r>
              <a:rPr lang="en-US" sz="900" spc="-4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PostgreSQL,</a:t>
            </a:r>
            <a:r>
              <a:rPr lang="en-US" sz="900" spc="-1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Bootstrap,</a:t>
            </a:r>
            <a:r>
              <a:rPr lang="en-US" sz="900" spc="-3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SASS,</a:t>
            </a:r>
            <a:r>
              <a:rPr lang="en-US" sz="900" spc="-1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RESTful</a:t>
            </a:r>
            <a:r>
              <a:rPr lang="en-US" sz="900" spc="-30" noProof="0" dirty="0">
                <a:latin typeface="Calibri"/>
                <a:cs typeface="Calibri"/>
              </a:rPr>
              <a:t> </a:t>
            </a:r>
            <a:r>
              <a:rPr lang="en-US" sz="900" spc="-20" noProof="0" dirty="0">
                <a:latin typeface="Calibri"/>
                <a:cs typeface="Calibri"/>
              </a:rPr>
              <a:t>API,</a:t>
            </a:r>
            <a:r>
              <a:rPr lang="en-US" sz="900" spc="50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Oracle,</a:t>
            </a:r>
            <a:r>
              <a:rPr lang="en-US" sz="900" spc="-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CentOS, </a:t>
            </a:r>
            <a:r>
              <a:rPr lang="en-US" sz="900" spc="-10" noProof="0" dirty="0">
                <a:latin typeface="Calibri"/>
                <a:cs typeface="Calibri"/>
              </a:rPr>
              <a:t>Photoshop,</a:t>
            </a:r>
            <a:r>
              <a:rPr lang="en-US" sz="900" spc="-5" noProof="0" dirty="0">
                <a:latin typeface="Calibri"/>
                <a:cs typeface="Calibri"/>
              </a:rPr>
              <a:t> </a:t>
            </a:r>
            <a:r>
              <a:rPr lang="en-US" sz="900" spc="-10" noProof="0" dirty="0">
                <a:latin typeface="Calibri"/>
                <a:cs typeface="Calibri"/>
              </a:rPr>
              <a:t>Git...</a:t>
            </a:r>
            <a:endParaRPr lang="en-US" sz="900" noProof="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48230" y="6969760"/>
            <a:ext cx="4405756" cy="95333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177165" algn="l"/>
              </a:tabLst>
            </a:pP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SENIOR FULL</a:t>
            </a:r>
            <a:r>
              <a:rPr lang="en-US" sz="1100" b="1" spc="-2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STACK</a:t>
            </a:r>
            <a:r>
              <a:rPr lang="en-US" sz="1100" b="1" spc="-2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spc="-25" noProof="0" dirty="0">
                <a:solidFill>
                  <a:srgbClr val="3A6278"/>
                </a:solidFill>
                <a:latin typeface="Calibri"/>
                <a:cs typeface="Calibri"/>
              </a:rPr>
              <a:t>DEV</a:t>
            </a:r>
            <a:endParaRPr lang="en-US" sz="11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z="1400" noProof="0" dirty="0">
                <a:latin typeface="Calibri"/>
                <a:cs typeface="Calibri"/>
              </a:rPr>
              <a:t>BELAIR</a:t>
            </a:r>
            <a:r>
              <a:rPr lang="en-US" sz="1400" spc="-45" noProof="0" dirty="0">
                <a:latin typeface="Calibri"/>
                <a:cs typeface="Calibri"/>
              </a:rPr>
              <a:t> </a:t>
            </a:r>
            <a:r>
              <a:rPr lang="en-US" sz="1400" spc="-10" noProof="0" dirty="0">
                <a:latin typeface="Calibri"/>
                <a:cs typeface="Calibri"/>
              </a:rPr>
              <a:t>INFORMATIQUE|</a:t>
            </a:r>
            <a:r>
              <a:rPr lang="en-US" sz="1400" spc="-55" noProof="0" dirty="0">
                <a:latin typeface="Calibri"/>
                <a:cs typeface="Calibri"/>
              </a:rPr>
              <a:t> </a:t>
            </a:r>
            <a:r>
              <a:rPr lang="en-US" sz="1400" noProof="0" dirty="0">
                <a:latin typeface="Calibri"/>
                <a:cs typeface="Calibri"/>
              </a:rPr>
              <a:t>2012</a:t>
            </a:r>
            <a:r>
              <a:rPr lang="en-US" sz="1400" spc="-45" noProof="0" dirty="0">
                <a:latin typeface="Calibri"/>
                <a:cs typeface="Calibri"/>
              </a:rPr>
              <a:t> </a:t>
            </a:r>
            <a:r>
              <a:rPr lang="en-US" sz="1400" noProof="0" dirty="0">
                <a:latin typeface="Calibri"/>
                <a:cs typeface="Calibri"/>
              </a:rPr>
              <a:t>to</a:t>
            </a:r>
            <a:r>
              <a:rPr lang="en-US" sz="1400" spc="-30" noProof="0" dirty="0">
                <a:latin typeface="Calibri"/>
                <a:cs typeface="Calibri"/>
              </a:rPr>
              <a:t> </a:t>
            </a:r>
            <a:r>
              <a:rPr lang="en-US" sz="1400" spc="-20" noProof="0" dirty="0">
                <a:latin typeface="Calibri"/>
                <a:cs typeface="Calibri"/>
              </a:rPr>
              <a:t>2016</a:t>
            </a:r>
            <a:endParaRPr lang="en-US" sz="1400" noProof="0" dirty="0">
              <a:latin typeface="Calibri"/>
              <a:cs typeface="Calibri"/>
            </a:endParaRPr>
          </a:p>
          <a:p>
            <a:pPr marL="177165" marR="477520">
              <a:lnSpc>
                <a:spcPct val="101099"/>
              </a:lnSpc>
              <a:spcBef>
                <a:spcPts val="45"/>
              </a:spcBef>
            </a:pPr>
            <a:r>
              <a:rPr lang="en-US" sz="900" noProof="0" dirty="0">
                <a:latin typeface="Calibri"/>
                <a:cs typeface="Calibri"/>
              </a:rPr>
              <a:t>Web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spc="-10" noProof="0" dirty="0">
                <a:latin typeface="Calibri"/>
                <a:cs typeface="Calibri"/>
              </a:rPr>
              <a:t>dev.</a:t>
            </a:r>
            <a:r>
              <a:rPr lang="en-US" sz="900" spc="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Working on a SaaS solution for insurance brokers.</a:t>
            </a:r>
            <a:r>
              <a:rPr lang="en-US" sz="900" spc="-25" noProof="0" dirty="0">
                <a:latin typeface="Calibri"/>
                <a:cs typeface="Calibri"/>
              </a:rPr>
              <a:t> Creation, deployment and maintenance of my deliveries. T</a:t>
            </a:r>
            <a:r>
              <a:rPr lang="en-US" sz="900" noProof="0" dirty="0">
                <a:latin typeface="Calibri"/>
                <a:cs typeface="Calibri"/>
              </a:rPr>
              <a:t>echnical</a:t>
            </a:r>
            <a:r>
              <a:rPr lang="en-US" sz="900" spc="-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writing /</a:t>
            </a:r>
            <a:r>
              <a:rPr lang="en-US" sz="900" spc="-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small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spc="-10" noProof="0" dirty="0">
                <a:latin typeface="Calibri"/>
                <a:cs typeface="Calibri"/>
              </a:rPr>
              <a:t>projects management.</a:t>
            </a:r>
            <a:endParaRPr lang="en-US" sz="900" noProof="0" dirty="0">
              <a:latin typeface="Calibri"/>
              <a:cs typeface="Calibri"/>
            </a:endParaRPr>
          </a:p>
          <a:p>
            <a:pPr marL="177165" marR="132080">
              <a:lnSpc>
                <a:spcPct val="101099"/>
              </a:lnSpc>
              <a:spcBef>
                <a:spcPts val="10"/>
              </a:spcBef>
            </a:pPr>
            <a:r>
              <a:rPr lang="en-US" sz="900" i="1" noProof="0" dirty="0">
                <a:latin typeface="Calibri"/>
                <a:cs typeface="Calibri"/>
              </a:rPr>
              <a:t>Stack</a:t>
            </a:r>
            <a:r>
              <a:rPr lang="en-US" sz="900" noProof="0" dirty="0">
                <a:latin typeface="Calibri"/>
                <a:cs typeface="Calibri"/>
              </a:rPr>
              <a:t>:</a:t>
            </a:r>
            <a:r>
              <a:rPr lang="en-US" sz="900" spc="-20" noProof="0" dirty="0">
                <a:latin typeface="Calibri"/>
                <a:cs typeface="Calibri"/>
              </a:rPr>
              <a:t> SPA / </a:t>
            </a:r>
            <a:r>
              <a:rPr lang="en-US" sz="900" noProof="0" dirty="0">
                <a:latin typeface="Calibri"/>
                <a:cs typeface="Calibri"/>
              </a:rPr>
              <a:t>jQuery (&amp; </a:t>
            </a:r>
            <a:r>
              <a:rPr lang="en-US" sz="900" spc="-10" noProof="0" dirty="0">
                <a:latin typeface="Calibri"/>
                <a:cs typeface="Calibri"/>
              </a:rPr>
              <a:t>mobile) /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Ajax</a:t>
            </a:r>
            <a:r>
              <a:rPr lang="en-US" sz="900" spc="-2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/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PHP</a:t>
            </a:r>
            <a:r>
              <a:rPr lang="en-US" sz="900" spc="-2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OO/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MVC / MySQL</a:t>
            </a:r>
            <a:r>
              <a:rPr lang="en-US" sz="900" spc="-2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/</a:t>
            </a:r>
            <a:r>
              <a:rPr lang="en-US" sz="900" spc="-2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Apache</a:t>
            </a:r>
            <a:r>
              <a:rPr lang="en-US" sz="900" spc="-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/</a:t>
            </a:r>
            <a:r>
              <a:rPr lang="en-US" sz="900" spc="-3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Bootstrap</a:t>
            </a:r>
            <a:r>
              <a:rPr lang="en-US" sz="900" spc="-2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/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SASS /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Ubuntu</a:t>
            </a:r>
            <a:r>
              <a:rPr lang="en-US" sz="900" spc="-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/</a:t>
            </a:r>
            <a:r>
              <a:rPr lang="en-US" sz="900" spc="-20" noProof="0" dirty="0">
                <a:latin typeface="Calibri"/>
                <a:cs typeface="Calibri"/>
              </a:rPr>
              <a:t> </a:t>
            </a:r>
            <a:r>
              <a:rPr lang="en-US" sz="900" spc="-10" noProof="0" dirty="0">
                <a:latin typeface="Calibri"/>
                <a:cs typeface="Calibri"/>
              </a:rPr>
              <a:t>Photoshop...</a:t>
            </a:r>
            <a:endParaRPr lang="en-US" sz="900" noProof="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40736" y="7989623"/>
            <a:ext cx="4419726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77165" algn="l"/>
              </a:tabLst>
            </a:pP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WEB</a:t>
            </a:r>
            <a:r>
              <a:rPr lang="en-US" sz="1100" b="1" spc="-15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DEV</a:t>
            </a:r>
            <a:r>
              <a:rPr lang="en-US" sz="1100" b="1" spc="-2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/</a:t>
            </a:r>
            <a:r>
              <a:rPr lang="en-US" sz="1100" b="1" spc="-1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WEBMASTER</a:t>
            </a:r>
            <a:r>
              <a:rPr lang="en-US" sz="1100" b="1" spc="-25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/</a:t>
            </a:r>
            <a:r>
              <a:rPr lang="en-US" sz="1100" b="1" spc="-10" noProof="0" dirty="0">
                <a:solidFill>
                  <a:srgbClr val="3A6278"/>
                </a:solidFill>
                <a:latin typeface="Calibri"/>
                <a:cs typeface="Calibri"/>
              </a:rPr>
              <a:t> PROJECT</a:t>
            </a:r>
            <a:r>
              <a:rPr lang="en-US" sz="1100" b="1" spc="-3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spc="-10" noProof="0" dirty="0">
                <a:solidFill>
                  <a:srgbClr val="3A6278"/>
                </a:solidFill>
                <a:latin typeface="Calibri"/>
                <a:cs typeface="Calibri"/>
              </a:rPr>
              <a:t>MANAGER</a:t>
            </a:r>
            <a:endParaRPr lang="en-US" sz="11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US" sz="1400" spc="-10" noProof="0" dirty="0">
                <a:latin typeface="Calibri"/>
                <a:cs typeface="Calibri"/>
              </a:rPr>
              <a:t>COTEP|</a:t>
            </a:r>
            <a:r>
              <a:rPr lang="en-US" sz="1400" spc="-40" noProof="0" dirty="0">
                <a:latin typeface="Calibri"/>
                <a:cs typeface="Calibri"/>
              </a:rPr>
              <a:t> </a:t>
            </a:r>
            <a:r>
              <a:rPr lang="en-US" sz="1400" noProof="0" dirty="0">
                <a:latin typeface="Calibri"/>
                <a:cs typeface="Calibri"/>
              </a:rPr>
              <a:t>2002</a:t>
            </a:r>
            <a:r>
              <a:rPr lang="en-US" sz="1400" spc="-40" noProof="0" dirty="0">
                <a:latin typeface="Calibri"/>
                <a:cs typeface="Calibri"/>
              </a:rPr>
              <a:t> </a:t>
            </a:r>
            <a:r>
              <a:rPr lang="en-US" sz="1400" noProof="0" dirty="0">
                <a:latin typeface="Calibri"/>
                <a:cs typeface="Calibri"/>
              </a:rPr>
              <a:t>to</a:t>
            </a:r>
            <a:r>
              <a:rPr lang="en-US" sz="1400" spc="-40" noProof="0" dirty="0">
                <a:latin typeface="Calibri"/>
                <a:cs typeface="Calibri"/>
              </a:rPr>
              <a:t> </a:t>
            </a:r>
            <a:r>
              <a:rPr lang="en-US" sz="1400" spc="-20" noProof="0" dirty="0">
                <a:latin typeface="Calibri"/>
                <a:cs typeface="Calibri"/>
              </a:rPr>
              <a:t>2012</a:t>
            </a:r>
            <a:endParaRPr lang="en-US" sz="1400" noProof="0" dirty="0">
              <a:latin typeface="Calibri"/>
              <a:cs typeface="Calibri"/>
            </a:endParaRPr>
          </a:p>
          <a:p>
            <a:pPr marL="177165">
              <a:lnSpc>
                <a:spcPct val="100000"/>
              </a:lnSpc>
              <a:spcBef>
                <a:spcPts val="60"/>
              </a:spcBef>
            </a:pPr>
            <a:r>
              <a:rPr lang="en-US" sz="900" noProof="0" dirty="0">
                <a:latin typeface="Calibri"/>
                <a:cs typeface="Calibri"/>
              </a:rPr>
              <a:t>Web</a:t>
            </a:r>
            <a:r>
              <a:rPr lang="en-US" sz="900" spc="-15" noProof="0" dirty="0">
                <a:latin typeface="Calibri"/>
                <a:cs typeface="Calibri"/>
              </a:rPr>
              <a:t> </a:t>
            </a:r>
            <a:r>
              <a:rPr lang="en-US" sz="900" spc="-10" noProof="0" dirty="0">
                <a:latin typeface="Calibri"/>
                <a:cs typeface="Calibri"/>
              </a:rPr>
              <a:t>development</a:t>
            </a:r>
            <a:r>
              <a:rPr lang="en-US" sz="900" spc="1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and</a:t>
            </a:r>
            <a:r>
              <a:rPr lang="en-US" sz="900" spc="-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project</a:t>
            </a:r>
            <a:r>
              <a:rPr lang="en-US" sz="900" spc="-10" noProof="0" dirty="0">
                <a:latin typeface="Calibri"/>
                <a:cs typeface="Calibri"/>
              </a:rPr>
              <a:t> management</a:t>
            </a:r>
            <a:r>
              <a:rPr lang="en-US" sz="900" spc="1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for</a:t>
            </a:r>
            <a:r>
              <a:rPr lang="en-US" sz="900" spc="-2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a</a:t>
            </a:r>
            <a:r>
              <a:rPr lang="en-US" sz="900" spc="-1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digital</a:t>
            </a:r>
            <a:r>
              <a:rPr lang="en-US" sz="900" spc="1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signage</a:t>
            </a:r>
            <a:r>
              <a:rPr lang="en-US" sz="900" spc="-5" noProof="0" dirty="0">
                <a:latin typeface="Calibri"/>
                <a:cs typeface="Calibri"/>
              </a:rPr>
              <a:t> </a:t>
            </a:r>
            <a:r>
              <a:rPr lang="en-US" sz="900" spc="-10" noProof="0" dirty="0">
                <a:latin typeface="Calibri"/>
                <a:cs typeface="Calibri"/>
              </a:rPr>
              <a:t>company.</a:t>
            </a:r>
            <a:endParaRPr lang="en-US" sz="900" noProof="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62200" y="8859418"/>
            <a:ext cx="4419726" cy="7335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530" indent="-16383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76530" algn="l"/>
              </a:tabLst>
            </a:pPr>
            <a:r>
              <a:rPr lang="en-US" sz="1400" b="1" noProof="0" dirty="0">
                <a:solidFill>
                  <a:srgbClr val="3A6278"/>
                </a:solidFill>
                <a:latin typeface="Calibri"/>
                <a:cs typeface="Calibri"/>
              </a:rPr>
              <a:t>FREELANCE</a:t>
            </a:r>
            <a:r>
              <a:rPr lang="en-US" sz="1400" b="1" spc="-4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400" b="1" spc="-40" dirty="0">
                <a:solidFill>
                  <a:srgbClr val="3A6278"/>
                </a:solidFill>
                <a:latin typeface="Calibri"/>
                <a:cs typeface="Calibri"/>
              </a:rPr>
              <a:t>SOFTWARE</a:t>
            </a:r>
            <a:r>
              <a:rPr lang="en-US" sz="1400" b="1" spc="-35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400" b="1" spc="-25" noProof="0" dirty="0">
                <a:solidFill>
                  <a:srgbClr val="3A6278"/>
                </a:solidFill>
                <a:latin typeface="Calibri"/>
                <a:cs typeface="Calibri"/>
              </a:rPr>
              <a:t>ENGINEER</a:t>
            </a:r>
            <a:endParaRPr lang="en-US" sz="14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n-US" sz="1400" noProof="0" dirty="0">
                <a:latin typeface="Calibri"/>
                <a:cs typeface="Calibri"/>
              </a:rPr>
              <a:t>2009</a:t>
            </a:r>
            <a:r>
              <a:rPr lang="en-US" sz="1400" spc="-35" noProof="0" dirty="0">
                <a:latin typeface="Calibri"/>
                <a:cs typeface="Calibri"/>
              </a:rPr>
              <a:t> </a:t>
            </a:r>
            <a:r>
              <a:rPr lang="en-US" sz="1400" noProof="0" dirty="0">
                <a:latin typeface="Calibri"/>
                <a:cs typeface="Calibri"/>
              </a:rPr>
              <a:t>to</a:t>
            </a:r>
            <a:r>
              <a:rPr lang="en-US" sz="1400" spc="-30" noProof="0" dirty="0">
                <a:latin typeface="Calibri"/>
                <a:cs typeface="Calibri"/>
              </a:rPr>
              <a:t> </a:t>
            </a:r>
            <a:r>
              <a:rPr lang="en-US" sz="1400" spc="-50" noProof="0" dirty="0">
                <a:latin typeface="Calibri"/>
                <a:cs typeface="Calibri"/>
              </a:rPr>
              <a:t>…</a:t>
            </a:r>
            <a:endParaRPr lang="en-US" sz="1400" noProof="0" dirty="0">
              <a:latin typeface="Calibri"/>
              <a:cs typeface="Calibri"/>
            </a:endParaRPr>
          </a:p>
          <a:p>
            <a:pPr marL="177165">
              <a:lnSpc>
                <a:spcPct val="100000"/>
              </a:lnSpc>
              <a:spcBef>
                <a:spcPts val="55"/>
              </a:spcBef>
            </a:pPr>
            <a:r>
              <a:rPr lang="en-US" sz="900" noProof="0" dirty="0">
                <a:latin typeface="Calibri"/>
                <a:cs typeface="Calibri"/>
              </a:rPr>
              <a:t>Building various projects for</a:t>
            </a:r>
            <a:r>
              <a:rPr lang="en-US" sz="900" spc="-1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my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own</a:t>
            </a:r>
            <a:r>
              <a:rPr lang="en-US" sz="900" spc="-1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customers: French</a:t>
            </a:r>
            <a:r>
              <a:rPr lang="en-US" sz="900" spc="195" noProof="0" dirty="0">
                <a:latin typeface="Calibri"/>
                <a:cs typeface="Calibri"/>
              </a:rPr>
              <a:t> </a:t>
            </a:r>
            <a:r>
              <a:rPr lang="en-US" sz="900" spc="-10" noProof="0" dirty="0">
                <a:latin typeface="Calibri"/>
                <a:cs typeface="Calibri"/>
              </a:rPr>
              <a:t>Administration and Government,</a:t>
            </a:r>
            <a:r>
              <a:rPr lang="en-US" sz="900" spc="10" noProof="0" dirty="0">
                <a:latin typeface="Calibri"/>
                <a:cs typeface="Calibri"/>
              </a:rPr>
              <a:t> </a:t>
            </a:r>
            <a:r>
              <a:rPr lang="en-US" sz="900" spc="-10" noProof="0" dirty="0">
                <a:latin typeface="Calibri"/>
                <a:cs typeface="Calibri"/>
              </a:rPr>
              <a:t>Environmental</a:t>
            </a:r>
            <a:r>
              <a:rPr lang="en-US" sz="900" spc="-5" noProof="0" dirty="0">
                <a:latin typeface="Calibri"/>
                <a:cs typeface="Calibri"/>
              </a:rPr>
              <a:t> </a:t>
            </a:r>
            <a:r>
              <a:rPr lang="en-US" sz="900" spc="-10" noProof="0" dirty="0">
                <a:latin typeface="Calibri"/>
                <a:cs typeface="Calibri"/>
              </a:rPr>
              <a:t>Association, </a:t>
            </a:r>
            <a:r>
              <a:rPr lang="en-US" sz="900" noProof="0" dirty="0">
                <a:latin typeface="Calibri"/>
                <a:cs typeface="Calibri"/>
              </a:rPr>
              <a:t>Transport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Express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spc="-10" noProof="0" dirty="0">
                <a:latin typeface="Calibri"/>
                <a:cs typeface="Calibri"/>
              </a:rPr>
              <a:t>Company,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Insurance</a:t>
            </a:r>
            <a:r>
              <a:rPr lang="en-US" sz="900" spc="-10" noProof="0" dirty="0">
                <a:latin typeface="Calibri"/>
                <a:cs typeface="Calibri"/>
              </a:rPr>
              <a:t> Broker…</a:t>
            </a:r>
            <a:endParaRPr lang="en-US" sz="900" noProof="0" dirty="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2294" y="3308603"/>
            <a:ext cx="402335" cy="39319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0267" y="8429243"/>
            <a:ext cx="391668" cy="39166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494788" y="1178052"/>
            <a:ext cx="4191000" cy="527723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3019" rIns="0" bIns="32400" rtlCol="0">
            <a:spAutoFit/>
          </a:bodyPr>
          <a:lstStyle/>
          <a:p>
            <a:pPr marL="83185" marR="73660" algn="just">
              <a:lnSpc>
                <a:spcPct val="100000"/>
              </a:lnSpc>
              <a:spcBef>
                <a:spcPts val="259"/>
              </a:spcBef>
            </a:pPr>
            <a:r>
              <a:rPr lang="en-US" sz="1000" noProof="0" dirty="0">
                <a:solidFill>
                  <a:srgbClr val="3A6278"/>
                </a:solidFill>
                <a:latin typeface="Calibri"/>
                <a:cs typeface="Calibri"/>
              </a:rPr>
              <a:t>With 20+</a:t>
            </a:r>
            <a:r>
              <a:rPr lang="en-US" sz="1000" spc="5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000" noProof="0" dirty="0">
                <a:solidFill>
                  <a:srgbClr val="3A6278"/>
                </a:solidFill>
                <a:latin typeface="Calibri"/>
                <a:cs typeface="Calibri"/>
              </a:rPr>
              <a:t>years</a:t>
            </a:r>
            <a:r>
              <a:rPr lang="en-US" sz="1000" spc="4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000" noProof="0" dirty="0">
                <a:solidFill>
                  <a:srgbClr val="3A6278"/>
                </a:solidFill>
                <a:latin typeface="Calibri"/>
                <a:cs typeface="Calibri"/>
              </a:rPr>
              <a:t>of</a:t>
            </a:r>
            <a:r>
              <a:rPr lang="en-US" sz="1000" spc="45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000" noProof="0" dirty="0">
                <a:solidFill>
                  <a:srgbClr val="3A6278"/>
                </a:solidFill>
                <a:latin typeface="Calibri"/>
                <a:cs typeface="Calibri"/>
              </a:rPr>
              <a:t>experience,</a:t>
            </a:r>
            <a:r>
              <a:rPr lang="en-US" sz="1000" spc="5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000" noProof="0" dirty="0">
                <a:solidFill>
                  <a:srgbClr val="3A6278"/>
                </a:solidFill>
                <a:latin typeface="Calibri"/>
                <a:cs typeface="Calibri"/>
              </a:rPr>
              <a:t>I</a:t>
            </a:r>
            <a:r>
              <a:rPr lang="en-US" sz="1000" spc="55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000" noProof="0" dirty="0">
                <a:solidFill>
                  <a:srgbClr val="3A6278"/>
                </a:solidFill>
                <a:latin typeface="Calibri"/>
                <a:cs typeface="Calibri"/>
              </a:rPr>
              <a:t>can conduct</a:t>
            </a:r>
            <a:r>
              <a:rPr lang="en-US" sz="1000" spc="-25" noProof="0" dirty="0">
                <a:solidFill>
                  <a:srgbClr val="3A6278"/>
                </a:solidFill>
                <a:latin typeface="Calibri"/>
                <a:cs typeface="Calibri"/>
              </a:rPr>
              <a:t> agile dev team to build </a:t>
            </a:r>
            <a:r>
              <a:rPr lang="en-US" sz="1000" noProof="0" dirty="0">
                <a:solidFill>
                  <a:srgbClr val="3A6278"/>
                </a:solidFill>
                <a:latin typeface="Calibri"/>
                <a:cs typeface="Calibri"/>
              </a:rPr>
              <a:t>complex</a:t>
            </a:r>
            <a:r>
              <a:rPr lang="en-US" sz="1000" spc="-15" noProof="0" dirty="0">
                <a:solidFill>
                  <a:srgbClr val="3A6278"/>
                </a:solidFill>
                <a:latin typeface="Calibri"/>
                <a:cs typeface="Calibri"/>
              </a:rPr>
              <a:t> and high traffic </a:t>
            </a:r>
            <a:r>
              <a:rPr lang="en-US" sz="1000" noProof="0" dirty="0">
                <a:solidFill>
                  <a:srgbClr val="3A6278"/>
                </a:solidFill>
                <a:latin typeface="Calibri"/>
                <a:cs typeface="Calibri"/>
              </a:rPr>
              <a:t>projects</a:t>
            </a:r>
            <a:r>
              <a:rPr lang="en-US" sz="1000" spc="-10" noProof="0" dirty="0">
                <a:solidFill>
                  <a:srgbClr val="3A6278"/>
                </a:solidFill>
                <a:latin typeface="Calibri"/>
                <a:cs typeface="Calibri"/>
              </a:rPr>
              <a:t>. </a:t>
            </a:r>
            <a:r>
              <a:rPr lang="en-US" sz="1000" spc="15" noProof="0" dirty="0">
                <a:solidFill>
                  <a:srgbClr val="3A6278"/>
                </a:solidFill>
                <a:latin typeface="Calibri"/>
                <a:cs typeface="Calibri"/>
              </a:rPr>
              <a:t>Frontend (JS/TypeScript), Backend (</a:t>
            </a:r>
            <a:r>
              <a:rPr lang="en-US" sz="1000" noProof="0" dirty="0">
                <a:solidFill>
                  <a:srgbClr val="3A6278"/>
                </a:solidFill>
                <a:latin typeface="Calibri"/>
                <a:cs typeface="Calibri"/>
              </a:rPr>
              <a:t>PHP/Python) dev,</a:t>
            </a:r>
            <a:r>
              <a:rPr lang="en-US" sz="1000" spc="25" noProof="0" dirty="0">
                <a:solidFill>
                  <a:srgbClr val="3A6278"/>
                </a:solidFill>
                <a:latin typeface="Calibri"/>
                <a:cs typeface="Calibri"/>
              </a:rPr>
              <a:t> AWS </a:t>
            </a:r>
            <a:r>
              <a:rPr lang="en-US" sz="1000" spc="-10" noProof="0" dirty="0">
                <a:solidFill>
                  <a:srgbClr val="3A6278"/>
                </a:solidFill>
                <a:latin typeface="Calibri"/>
                <a:cs typeface="Calibri"/>
              </a:rPr>
              <a:t>Cloud Expert (DevOps) a</a:t>
            </a:r>
            <a:r>
              <a:rPr lang="en-US" sz="1000" noProof="0" dirty="0">
                <a:solidFill>
                  <a:srgbClr val="3A6278"/>
                </a:solidFill>
                <a:latin typeface="Calibri"/>
                <a:cs typeface="Calibri"/>
              </a:rPr>
              <a:t>nd</a:t>
            </a:r>
            <a:r>
              <a:rPr lang="en-US" sz="1000" spc="45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000" noProof="0" dirty="0">
                <a:solidFill>
                  <a:srgbClr val="3A6278"/>
                </a:solidFill>
                <a:latin typeface="Calibri"/>
                <a:cs typeface="Calibri"/>
              </a:rPr>
              <a:t>Scrum</a:t>
            </a:r>
            <a:r>
              <a:rPr lang="en-US" sz="1000" spc="5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000" noProof="0" dirty="0">
                <a:solidFill>
                  <a:srgbClr val="3A6278"/>
                </a:solidFill>
                <a:latin typeface="Calibri"/>
                <a:cs typeface="Calibri"/>
              </a:rPr>
              <a:t>Master.</a:t>
            </a:r>
            <a:r>
              <a:rPr lang="en-US" sz="1000" spc="45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endParaRPr lang="en-US" sz="1000" noProof="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2575" y="3687317"/>
            <a:ext cx="17748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95"/>
              </a:spcBef>
            </a:pPr>
            <a:r>
              <a:rPr lang="en-US" sz="1600" b="1" noProof="0" dirty="0">
                <a:solidFill>
                  <a:srgbClr val="FFFFFF"/>
                </a:solidFill>
                <a:latin typeface="Calibri"/>
                <a:cs typeface="Calibri"/>
              </a:rPr>
              <a:t>TECH</a:t>
            </a:r>
            <a:r>
              <a:rPr lang="en-US" sz="1600" b="1" spc="-35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600" b="1" spc="-10" noProof="0" dirty="0">
                <a:solidFill>
                  <a:srgbClr val="FFFFFF"/>
                </a:solidFill>
                <a:latin typeface="Calibri"/>
                <a:cs typeface="Calibri"/>
              </a:rPr>
              <a:t>SKILLS</a:t>
            </a:r>
            <a:endParaRPr lang="en-US" sz="1600" noProof="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8920" y="8686800"/>
            <a:ext cx="1503680" cy="359073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448309">
              <a:lnSpc>
                <a:spcPct val="100000"/>
              </a:lnSpc>
              <a:spcBef>
                <a:spcPts val="880"/>
              </a:spcBef>
            </a:pPr>
            <a:r>
              <a:rPr lang="en-US" sz="1600" b="1" spc="-10" noProof="0" dirty="0">
                <a:solidFill>
                  <a:srgbClr val="FFFFFF"/>
                </a:solidFill>
                <a:latin typeface="Calibri"/>
                <a:cs typeface="Calibri"/>
              </a:rPr>
              <a:t>LANGUAGES</a:t>
            </a:r>
            <a:endParaRPr lang="en-US" sz="1600" noProof="0" dirty="0">
              <a:latin typeface="Calibri"/>
              <a:cs typeface="Calibri"/>
            </a:endParaRPr>
          </a:p>
        </p:txBody>
      </p:sp>
      <p:grpSp>
        <p:nvGrpSpPr>
          <p:cNvPr id="119" name="Groupe 118">
            <a:extLst>
              <a:ext uri="{FF2B5EF4-FFF2-40B4-BE49-F238E27FC236}">
                <a16:creationId xmlns:a16="http://schemas.microsoft.com/office/drawing/2014/main" id="{D32C7AF5-DFDD-3DB9-11CA-6AA2E4342D45}"/>
              </a:ext>
            </a:extLst>
          </p:cNvPr>
          <p:cNvGrpSpPr/>
          <p:nvPr/>
        </p:nvGrpSpPr>
        <p:grpSpPr>
          <a:xfrm>
            <a:off x="310692" y="9436608"/>
            <a:ext cx="1746708" cy="240792"/>
            <a:chOff x="310692" y="9436608"/>
            <a:chExt cx="1746708" cy="240792"/>
          </a:xfrm>
        </p:grpSpPr>
        <p:sp>
          <p:nvSpPr>
            <p:cNvPr id="22" name="object 22"/>
            <p:cNvSpPr txBox="1"/>
            <p:nvPr/>
          </p:nvSpPr>
          <p:spPr>
            <a:xfrm>
              <a:off x="310692" y="9436608"/>
              <a:ext cx="448309" cy="20827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200" spc="-10" noProof="0" dirty="0">
                  <a:solidFill>
                    <a:srgbClr val="FFFFFF"/>
                  </a:solidFill>
                  <a:latin typeface="Calibri"/>
                  <a:cs typeface="Calibri"/>
                </a:rPr>
                <a:t>French</a:t>
              </a:r>
              <a:endParaRPr lang="en-US" sz="1200" noProof="0" dirty="0">
                <a:latin typeface="Calibri"/>
                <a:cs typeface="Calibri"/>
              </a:endParaRPr>
            </a:p>
          </p:txBody>
        </p:sp>
        <p:grpSp>
          <p:nvGrpSpPr>
            <p:cNvPr id="23" name="object 23"/>
            <p:cNvGrpSpPr/>
            <p:nvPr/>
          </p:nvGrpSpPr>
          <p:grpSpPr>
            <a:xfrm>
              <a:off x="847090" y="9448800"/>
              <a:ext cx="1210310" cy="228600"/>
              <a:chOff x="931163" y="9576816"/>
              <a:chExt cx="1210310" cy="228600"/>
            </a:xfrm>
          </p:grpSpPr>
          <p:pic>
            <p:nvPicPr>
              <p:cNvPr id="24" name="object 24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923288" y="9589008"/>
                <a:ext cx="217931" cy="216408"/>
              </a:xfrm>
              <a:prstGeom prst="rect">
                <a:avLst/>
              </a:prstGeom>
            </p:spPr>
          </p:pic>
          <p:pic>
            <p:nvPicPr>
              <p:cNvPr id="25" name="object 25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931163" y="9576816"/>
                <a:ext cx="217932" cy="217930"/>
              </a:xfrm>
              <a:prstGeom prst="rect">
                <a:avLst/>
              </a:prstGeom>
            </p:spPr>
          </p:pic>
          <p:pic>
            <p:nvPicPr>
              <p:cNvPr id="26" name="object 26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178052" y="9576816"/>
                <a:ext cx="216407" cy="217930"/>
              </a:xfrm>
              <a:prstGeom prst="rect">
                <a:avLst/>
              </a:prstGeom>
            </p:spPr>
          </p:pic>
          <p:pic>
            <p:nvPicPr>
              <p:cNvPr id="27" name="object 27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424940" y="9576816"/>
                <a:ext cx="216408" cy="217930"/>
              </a:xfrm>
              <a:prstGeom prst="rect">
                <a:avLst/>
              </a:prstGeom>
            </p:spPr>
          </p:pic>
          <p:pic>
            <p:nvPicPr>
              <p:cNvPr id="28" name="object 28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670304" y="9576816"/>
                <a:ext cx="217931" cy="217930"/>
              </a:xfrm>
              <a:prstGeom prst="rect">
                <a:avLst/>
              </a:prstGeom>
            </p:spPr>
          </p:pic>
        </p:grpSp>
      </p:grpSp>
      <p:sp>
        <p:nvSpPr>
          <p:cNvPr id="29" name="object 29"/>
          <p:cNvSpPr/>
          <p:nvPr/>
        </p:nvSpPr>
        <p:spPr>
          <a:xfrm>
            <a:off x="1945513" y="1967483"/>
            <a:ext cx="2938780" cy="340360"/>
          </a:xfrm>
          <a:custGeom>
            <a:avLst/>
            <a:gdLst/>
            <a:ahLst/>
            <a:cxnLst/>
            <a:rect l="l" t="t" r="r" b="b"/>
            <a:pathLst>
              <a:path w="2938779" h="340360">
                <a:moveTo>
                  <a:pt x="2881629" y="0"/>
                </a:moveTo>
                <a:lnTo>
                  <a:pt x="0" y="0"/>
                </a:lnTo>
                <a:lnTo>
                  <a:pt x="0" y="339851"/>
                </a:lnTo>
                <a:lnTo>
                  <a:pt x="2938272" y="339851"/>
                </a:lnTo>
                <a:lnTo>
                  <a:pt x="2938272" y="56642"/>
                </a:lnTo>
                <a:lnTo>
                  <a:pt x="2881629" y="0"/>
                </a:lnTo>
                <a:close/>
              </a:path>
            </a:pathLst>
          </a:custGeom>
          <a:solidFill>
            <a:srgbClr val="3A6278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36" name="object 36"/>
          <p:cNvSpPr txBox="1"/>
          <p:nvPr/>
        </p:nvSpPr>
        <p:spPr>
          <a:xfrm>
            <a:off x="2362199" y="1988007"/>
            <a:ext cx="440575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100"/>
              </a:spcBef>
            </a:pPr>
            <a:r>
              <a:rPr lang="en-US" sz="1800" b="1" noProof="0" dirty="0">
                <a:solidFill>
                  <a:srgbClr val="FFFFFF"/>
                </a:solidFill>
                <a:latin typeface="Calibri"/>
                <a:cs typeface="Calibri"/>
              </a:rPr>
              <a:t>WORK</a:t>
            </a:r>
            <a:r>
              <a:rPr lang="en-US" sz="1800" b="1" spc="-60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b="1" spc="-10" noProof="0" dirty="0">
                <a:solidFill>
                  <a:srgbClr val="FFFFFF"/>
                </a:solidFill>
                <a:latin typeface="Calibri"/>
                <a:cs typeface="Calibri"/>
              </a:rPr>
              <a:t>EXPERIENCES</a:t>
            </a:r>
            <a:endParaRPr lang="en-US" sz="1800" noProof="0" dirty="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941576" y="2303907"/>
            <a:ext cx="254000" cy="205104"/>
          </a:xfrm>
          <a:custGeom>
            <a:avLst/>
            <a:gdLst/>
            <a:ahLst/>
            <a:cxnLst/>
            <a:rect l="l" t="t" r="r" b="b"/>
            <a:pathLst>
              <a:path w="254000" h="205105">
                <a:moveTo>
                  <a:pt x="0" y="0"/>
                </a:moveTo>
                <a:lnTo>
                  <a:pt x="250316" y="204850"/>
                </a:lnTo>
                <a:lnTo>
                  <a:pt x="253491" y="2667"/>
                </a:lnTo>
                <a:lnTo>
                  <a:pt x="0" y="0"/>
                </a:lnTo>
                <a:close/>
              </a:path>
            </a:pathLst>
          </a:custGeom>
          <a:solidFill>
            <a:srgbClr val="2A4653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44" name="object 44"/>
          <p:cNvSpPr txBox="1"/>
          <p:nvPr/>
        </p:nvSpPr>
        <p:spPr>
          <a:xfrm>
            <a:off x="361314" y="3962400"/>
            <a:ext cx="184086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React /</a:t>
            </a:r>
            <a:r>
              <a:rPr lang="en-US" sz="1200" b="1" spc="-5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Angular /</a:t>
            </a:r>
            <a:r>
              <a:rPr lang="en-US" sz="1200" b="1" spc="-20" noProof="0" dirty="0">
                <a:solidFill>
                  <a:srgbClr val="FFFFFF"/>
                </a:solidFill>
                <a:latin typeface="Calibri"/>
                <a:cs typeface="Calibri"/>
              </a:rPr>
              <a:t> Vue</a:t>
            </a: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 / TS</a:t>
            </a:r>
            <a:endParaRPr lang="en-US" sz="1200" noProof="0" dirty="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89255" y="5004181"/>
            <a:ext cx="18967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PHP</a:t>
            </a:r>
            <a:r>
              <a:rPr lang="en-US" sz="1200" b="1" spc="5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lang="en-US" sz="1200" b="1" spc="-5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200" b="1" spc="-10" noProof="0" dirty="0">
                <a:solidFill>
                  <a:srgbClr val="FFFFFF"/>
                </a:solidFill>
                <a:latin typeface="Calibri"/>
                <a:cs typeface="Calibri"/>
              </a:rPr>
              <a:t>Symfony</a:t>
            </a:r>
            <a:r>
              <a:rPr lang="en-US" sz="1200" b="1" spc="-20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lang="en-US" sz="1200" b="1" spc="-40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200" b="1" spc="-10" noProof="0" dirty="0">
                <a:solidFill>
                  <a:srgbClr val="FFFFFF"/>
                </a:solidFill>
                <a:latin typeface="Calibri"/>
                <a:cs typeface="Calibri"/>
              </a:rPr>
              <a:t>Magento</a:t>
            </a:r>
            <a:endParaRPr lang="en-US" sz="1200" noProof="0" dirty="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32155" y="4216781"/>
            <a:ext cx="1202690" cy="218440"/>
            <a:chOff x="647700" y="4881371"/>
            <a:chExt cx="1202690" cy="218440"/>
          </a:xfrm>
        </p:grpSpPr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7700" y="4882895"/>
              <a:ext cx="216408" cy="21640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3063" y="4882895"/>
              <a:ext cx="217932" cy="21640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39951" y="4882895"/>
              <a:ext cx="217931" cy="216407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00555" y="4881371"/>
              <a:ext cx="449580" cy="217931"/>
            </a:xfrm>
            <a:prstGeom prst="rect">
              <a:avLst/>
            </a:prstGeom>
          </p:spPr>
        </p:pic>
      </p:grpSp>
      <p:grpSp>
        <p:nvGrpSpPr>
          <p:cNvPr id="51" name="object 51"/>
          <p:cNvGrpSpPr/>
          <p:nvPr/>
        </p:nvGrpSpPr>
        <p:grpSpPr>
          <a:xfrm>
            <a:off x="732155" y="5283581"/>
            <a:ext cx="1202690" cy="218440"/>
            <a:chOff x="647700" y="5494020"/>
            <a:chExt cx="1202690" cy="218440"/>
          </a:xfrm>
        </p:grpSpPr>
        <p:pic>
          <p:nvPicPr>
            <p:cNvPr id="52" name="object 5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7700" y="5495544"/>
              <a:ext cx="216408" cy="216407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93063" y="5495544"/>
              <a:ext cx="217932" cy="216407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39951" y="5495544"/>
              <a:ext cx="217931" cy="216407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33727" y="5495544"/>
              <a:ext cx="216408" cy="216407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85316" y="5494020"/>
              <a:ext cx="217931" cy="217931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389661" y="5548504"/>
            <a:ext cx="1736268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lang="en-US" sz="1200" b="1" spc="-10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/ No</a:t>
            </a:r>
            <a:r>
              <a:rPr lang="en-US" sz="1200" b="1" spc="-10" noProof="0" dirty="0">
                <a:solidFill>
                  <a:srgbClr val="FFFFFF"/>
                </a:solidFill>
                <a:latin typeface="Calibri"/>
                <a:cs typeface="Calibri"/>
              </a:rPr>
              <a:t>SQL </a:t>
            </a: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Databases</a:t>
            </a:r>
            <a:endParaRPr lang="en-US" sz="1200" noProof="0" dirty="0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738250" y="5817490"/>
            <a:ext cx="1202435" cy="217931"/>
            <a:chOff x="653795" y="6659880"/>
            <a:chExt cx="1202435" cy="217931"/>
          </a:xfrm>
        </p:grpSpPr>
        <p:pic>
          <p:nvPicPr>
            <p:cNvPr id="66" name="object 6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53795" y="6659880"/>
              <a:ext cx="216408" cy="217931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99159" y="6659880"/>
              <a:ext cx="217931" cy="217931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6047" y="6659880"/>
              <a:ext cx="217932" cy="217931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39823" y="6659880"/>
              <a:ext cx="216407" cy="217931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388620" y="6080759"/>
            <a:ext cx="17760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lang="en-US" sz="1200" b="1" spc="-10" noProof="0" dirty="0">
                <a:solidFill>
                  <a:srgbClr val="FFFFFF"/>
                </a:solidFill>
                <a:latin typeface="Calibri"/>
                <a:cs typeface="Calibri"/>
              </a:rPr>
              <a:t> Computing </a:t>
            </a: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lang="en-US" sz="1200" b="1" spc="-25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AWS </a:t>
            </a:r>
            <a:endParaRPr lang="en-US" sz="1200" noProof="0" dirty="0">
              <a:latin typeface="Calibri"/>
              <a:cs typeface="Calibri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738250" y="6324600"/>
            <a:ext cx="1202690" cy="218440"/>
            <a:chOff x="653795" y="7271004"/>
            <a:chExt cx="1202690" cy="218440"/>
          </a:xfrm>
        </p:grpSpPr>
        <p:pic>
          <p:nvPicPr>
            <p:cNvPr id="73" name="object 7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53795" y="7271004"/>
              <a:ext cx="216408" cy="216407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99159" y="7271004"/>
              <a:ext cx="217931" cy="216407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46047" y="7271004"/>
              <a:ext cx="217932" cy="216407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39823" y="7271004"/>
              <a:ext cx="216407" cy="216407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94459" y="7272528"/>
              <a:ext cx="216408" cy="216408"/>
            </a:xfrm>
            <a:prstGeom prst="rect">
              <a:avLst/>
            </a:prstGeom>
          </p:spPr>
        </p:pic>
      </p:grpSp>
      <p:sp>
        <p:nvSpPr>
          <p:cNvPr id="78" name="object 78"/>
          <p:cNvSpPr txBox="1"/>
          <p:nvPr/>
        </p:nvSpPr>
        <p:spPr>
          <a:xfrm>
            <a:off x="391160" y="7566025"/>
            <a:ext cx="17506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lang="en-US" sz="1200" b="1" spc="-15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lang="en-US" sz="1200" b="1" spc="-25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Photoshop</a:t>
            </a:r>
            <a:r>
              <a:rPr lang="en-US" sz="1200" b="1" spc="-25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lang="en-US" sz="1200" b="1" spc="-25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200" b="1" spc="-20" noProof="0" dirty="0">
                <a:solidFill>
                  <a:srgbClr val="FFFFFF"/>
                </a:solidFill>
                <a:latin typeface="Calibri"/>
                <a:cs typeface="Calibri"/>
              </a:rPr>
              <a:t>Gimp</a:t>
            </a:r>
            <a:endParaRPr lang="en-US" sz="1200" noProof="0" dirty="0">
              <a:latin typeface="Calibri"/>
              <a:cs typeface="Calibri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758648" y="7802880"/>
            <a:ext cx="1203960" cy="222885"/>
            <a:chOff x="658368" y="7882128"/>
            <a:chExt cx="1203960" cy="222885"/>
          </a:xfrm>
        </p:grpSpPr>
        <p:pic>
          <p:nvPicPr>
            <p:cNvPr id="80" name="object 8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58368" y="7886700"/>
              <a:ext cx="217931" cy="217931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05256" y="7886700"/>
              <a:ext cx="217931" cy="217931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52144" y="7886700"/>
              <a:ext cx="216408" cy="217931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44395" y="7886700"/>
              <a:ext cx="217931" cy="217931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95984" y="7882128"/>
              <a:ext cx="216407" cy="216408"/>
            </a:xfrm>
            <a:prstGeom prst="rect">
              <a:avLst/>
            </a:prstGeom>
          </p:spPr>
        </p:pic>
      </p:grpSp>
      <p:sp>
        <p:nvSpPr>
          <p:cNvPr id="85" name="object 85"/>
          <p:cNvSpPr/>
          <p:nvPr/>
        </p:nvSpPr>
        <p:spPr>
          <a:xfrm>
            <a:off x="2567813" y="8674606"/>
            <a:ext cx="3909187" cy="45719"/>
          </a:xfrm>
          <a:custGeom>
            <a:avLst/>
            <a:gdLst/>
            <a:ahLst/>
            <a:cxnLst/>
            <a:rect l="l" t="t" r="r" b="b"/>
            <a:pathLst>
              <a:path w="3802379">
                <a:moveTo>
                  <a:pt x="0" y="0"/>
                </a:moveTo>
                <a:lnTo>
                  <a:pt x="3802379" y="0"/>
                </a:lnTo>
              </a:path>
            </a:pathLst>
          </a:custGeom>
          <a:ln w="9525">
            <a:solidFill>
              <a:srgbClr val="3A6278"/>
            </a:solidFill>
          </a:ln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86" name="object 57"/>
          <p:cNvSpPr txBox="1"/>
          <p:nvPr/>
        </p:nvSpPr>
        <p:spPr>
          <a:xfrm>
            <a:off x="374015" y="4478885"/>
            <a:ext cx="1508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lang="en-US" sz="1200" b="1" spc="-5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lang="en-US" sz="1200" b="1" spc="-5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Flask</a:t>
            </a:r>
            <a:r>
              <a:rPr lang="en-US" sz="1200" b="1" spc="-15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200" b="1" noProof="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lang="en-US" sz="1200" b="1" spc="-15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200" b="1" spc="-10" noProof="0" dirty="0">
                <a:solidFill>
                  <a:srgbClr val="FFFFFF"/>
                </a:solidFill>
                <a:latin typeface="Calibri"/>
                <a:cs typeface="Calibri"/>
              </a:rPr>
              <a:t>Django</a:t>
            </a:r>
            <a:endParaRPr lang="en-US" sz="1200" noProof="0" dirty="0">
              <a:latin typeface="Calibri"/>
              <a:cs typeface="Calibri"/>
            </a:endParaRP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D07020FF-9560-1BB0-970C-820F1BF46483}"/>
              </a:ext>
            </a:extLst>
          </p:cNvPr>
          <p:cNvGrpSpPr/>
          <p:nvPr/>
        </p:nvGrpSpPr>
        <p:grpSpPr>
          <a:xfrm>
            <a:off x="732155" y="4749141"/>
            <a:ext cx="1202435" cy="219480"/>
            <a:chOff x="647700" y="5223256"/>
            <a:chExt cx="1202435" cy="219480"/>
          </a:xfrm>
        </p:grpSpPr>
        <p:grpSp>
          <p:nvGrpSpPr>
            <p:cNvPr id="87" name="object 58"/>
            <p:cNvGrpSpPr/>
            <p:nvPr/>
          </p:nvGrpSpPr>
          <p:grpSpPr>
            <a:xfrm>
              <a:off x="647700" y="5223256"/>
              <a:ext cx="1202435" cy="216407"/>
              <a:chOff x="647700" y="6082284"/>
              <a:chExt cx="1202435" cy="216407"/>
            </a:xfrm>
          </p:grpSpPr>
          <p:pic>
            <p:nvPicPr>
              <p:cNvPr id="88" name="object 59"/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647700" y="6082284"/>
                <a:ext cx="216408" cy="216407"/>
              </a:xfrm>
              <a:prstGeom prst="rect">
                <a:avLst/>
              </a:prstGeom>
            </p:spPr>
          </p:pic>
          <p:pic>
            <p:nvPicPr>
              <p:cNvPr id="89" name="object 60"/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893063" y="6082284"/>
                <a:ext cx="217932" cy="216407"/>
              </a:xfrm>
              <a:prstGeom prst="rect">
                <a:avLst/>
              </a:prstGeom>
            </p:spPr>
          </p:pic>
          <p:pic>
            <p:nvPicPr>
              <p:cNvPr id="90" name="object 61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139951" y="6082284"/>
                <a:ext cx="217931" cy="216407"/>
              </a:xfrm>
              <a:prstGeom prst="rect">
                <a:avLst/>
              </a:prstGeom>
            </p:spPr>
          </p:pic>
          <p:pic>
            <p:nvPicPr>
              <p:cNvPr id="91" name="object 62"/>
              <p:cNvPicPr/>
              <p:nvPr/>
            </p:nvPicPr>
            <p:blipFill>
              <a:blip r:embed="rId26" cstate="print"/>
              <a:stretch>
                <a:fillRect/>
              </a:stretch>
            </p:blipFill>
            <p:spPr>
              <a:xfrm>
                <a:off x="1633727" y="6082284"/>
                <a:ext cx="216408" cy="216407"/>
              </a:xfrm>
              <a:prstGeom prst="rect">
                <a:avLst/>
              </a:prstGeom>
            </p:spPr>
          </p:pic>
        </p:grpSp>
        <p:pic>
          <p:nvPicPr>
            <p:cNvPr id="93" name="object 61">
              <a:extLst>
                <a:ext uri="{FF2B5EF4-FFF2-40B4-BE49-F238E27FC236}">
                  <a16:creationId xmlns:a16="http://schemas.microsoft.com/office/drawing/2014/main" id="{79D0E9DE-EE22-3841-3A94-2EF7C95EB187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87474" y="5226329"/>
              <a:ext cx="217931" cy="216407"/>
            </a:xfrm>
            <a:prstGeom prst="rect">
              <a:avLst/>
            </a:prstGeom>
          </p:spPr>
        </p:pic>
      </p:grpSp>
      <p:pic>
        <p:nvPicPr>
          <p:cNvPr id="94" name="object 68">
            <a:extLst>
              <a:ext uri="{FF2B5EF4-FFF2-40B4-BE49-F238E27FC236}">
                <a16:creationId xmlns:a16="http://schemas.microsoft.com/office/drawing/2014/main" id="{EA59AC26-C090-730C-7572-BC524F3A0D1E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79804" y="5824863"/>
            <a:ext cx="217932" cy="217931"/>
          </a:xfrm>
          <a:prstGeom prst="rect">
            <a:avLst/>
          </a:prstGeom>
        </p:spPr>
      </p:pic>
      <p:grpSp>
        <p:nvGrpSpPr>
          <p:cNvPr id="115" name="Groupe 114">
            <a:extLst>
              <a:ext uri="{FF2B5EF4-FFF2-40B4-BE49-F238E27FC236}">
                <a16:creationId xmlns:a16="http://schemas.microsoft.com/office/drawing/2014/main" id="{E7BB2F90-DA98-52FD-EBDD-AA62D6B8580B}"/>
              </a:ext>
            </a:extLst>
          </p:cNvPr>
          <p:cNvGrpSpPr/>
          <p:nvPr/>
        </p:nvGrpSpPr>
        <p:grpSpPr>
          <a:xfrm>
            <a:off x="391160" y="6553200"/>
            <a:ext cx="1750695" cy="448944"/>
            <a:chOff x="306705" y="7780656"/>
            <a:chExt cx="1750695" cy="448944"/>
          </a:xfrm>
        </p:grpSpPr>
        <p:sp>
          <p:nvSpPr>
            <p:cNvPr id="95" name="object 78">
              <a:extLst>
                <a:ext uri="{FF2B5EF4-FFF2-40B4-BE49-F238E27FC236}">
                  <a16:creationId xmlns:a16="http://schemas.microsoft.com/office/drawing/2014/main" id="{4121D52F-C01B-9875-B523-AFFD797336DF}"/>
                </a:ext>
              </a:extLst>
            </p:cNvPr>
            <p:cNvSpPr txBox="1"/>
            <p:nvPr/>
          </p:nvSpPr>
          <p:spPr>
            <a:xfrm>
              <a:off x="306705" y="7780656"/>
              <a:ext cx="1750695" cy="19749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200" b="1" noProof="0" dirty="0">
                  <a:solidFill>
                    <a:srgbClr val="FFFFFF"/>
                  </a:solidFill>
                  <a:latin typeface="Calibri"/>
                  <a:cs typeface="Calibri"/>
                </a:rPr>
                <a:t>AI</a:t>
              </a:r>
              <a:r>
                <a:rPr lang="en-US" sz="1200" b="1" spc="-15" noProof="0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lang="en-US" sz="1200" b="1" noProof="0" dirty="0">
                  <a:solidFill>
                    <a:srgbClr val="FFFFFF"/>
                  </a:solidFill>
                  <a:latin typeface="Calibri"/>
                  <a:cs typeface="Calibri"/>
                </a:rPr>
                <a:t>/</a:t>
              </a:r>
              <a:r>
                <a:rPr lang="en-US" sz="1200" b="1" spc="-25" noProof="0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lang="en-US" sz="1200" b="1" noProof="0" dirty="0">
                  <a:solidFill>
                    <a:srgbClr val="FFFFFF"/>
                  </a:solidFill>
                  <a:latin typeface="Calibri"/>
                  <a:cs typeface="Calibri"/>
                </a:rPr>
                <a:t>Machine Learning</a:t>
              </a:r>
              <a:endParaRPr lang="en-US" sz="1200" noProof="0" dirty="0">
                <a:latin typeface="Calibri"/>
                <a:cs typeface="Calibri"/>
              </a:endParaRPr>
            </a:p>
          </p:txBody>
        </p:sp>
        <p:grpSp>
          <p:nvGrpSpPr>
            <p:cNvPr id="103" name="Groupe 102">
              <a:extLst>
                <a:ext uri="{FF2B5EF4-FFF2-40B4-BE49-F238E27FC236}">
                  <a16:creationId xmlns:a16="http://schemas.microsoft.com/office/drawing/2014/main" id="{0366A200-F480-14CB-9924-1F1ACA91A4FF}"/>
                </a:ext>
              </a:extLst>
            </p:cNvPr>
            <p:cNvGrpSpPr/>
            <p:nvPr/>
          </p:nvGrpSpPr>
          <p:grpSpPr>
            <a:xfrm>
              <a:off x="656079" y="8002138"/>
              <a:ext cx="1203958" cy="227462"/>
              <a:chOff x="656079" y="7784206"/>
              <a:chExt cx="1203958" cy="227462"/>
            </a:xfrm>
          </p:grpSpPr>
          <p:grpSp>
            <p:nvGrpSpPr>
              <p:cNvPr id="96" name="object 79">
                <a:extLst>
                  <a:ext uri="{FF2B5EF4-FFF2-40B4-BE49-F238E27FC236}">
                    <a16:creationId xmlns:a16="http://schemas.microsoft.com/office/drawing/2014/main" id="{76686C02-0D5D-BBF7-487D-041FCB1D8AAB}"/>
                  </a:ext>
                </a:extLst>
              </p:cNvPr>
              <p:cNvGrpSpPr/>
              <p:nvPr/>
            </p:nvGrpSpPr>
            <p:grpSpPr>
              <a:xfrm>
                <a:off x="656079" y="7784206"/>
                <a:ext cx="1203958" cy="222503"/>
                <a:chOff x="658368" y="7882128"/>
                <a:chExt cx="1203958" cy="222503"/>
              </a:xfrm>
            </p:grpSpPr>
            <p:pic>
              <p:nvPicPr>
                <p:cNvPr id="97" name="object 80">
                  <a:extLst>
                    <a:ext uri="{FF2B5EF4-FFF2-40B4-BE49-F238E27FC236}">
                      <a16:creationId xmlns:a16="http://schemas.microsoft.com/office/drawing/2014/main" id="{97B809AE-7E24-7C2D-094A-EFAB68DA3BFB}"/>
                    </a:ext>
                  </a:extLst>
                </p:cNvPr>
                <p:cNvPicPr/>
                <p:nvPr/>
              </p:nvPicPr>
              <p:blipFill>
                <a:blip r:embed="rId19" cstate="print"/>
                <a:stretch>
                  <a:fillRect/>
                </a:stretch>
              </p:blipFill>
              <p:spPr>
                <a:xfrm>
                  <a:off x="658368" y="7886700"/>
                  <a:ext cx="217931" cy="217931"/>
                </a:xfrm>
                <a:prstGeom prst="rect">
                  <a:avLst/>
                </a:prstGeom>
              </p:spPr>
            </p:pic>
            <p:pic>
              <p:nvPicPr>
                <p:cNvPr id="98" name="object 81">
                  <a:extLst>
                    <a:ext uri="{FF2B5EF4-FFF2-40B4-BE49-F238E27FC236}">
                      <a16:creationId xmlns:a16="http://schemas.microsoft.com/office/drawing/2014/main" id="{6270CE1B-E0F2-C8F3-73D3-DFB088DF53B8}"/>
                    </a:ext>
                  </a:extLst>
                </p:cNvPr>
                <p:cNvPicPr/>
                <p:nvPr/>
              </p:nvPicPr>
              <p:blipFill>
                <a:blip r:embed="rId19" cstate="print"/>
                <a:stretch>
                  <a:fillRect/>
                </a:stretch>
              </p:blipFill>
              <p:spPr>
                <a:xfrm>
                  <a:off x="905256" y="7886700"/>
                  <a:ext cx="217931" cy="217931"/>
                </a:xfrm>
                <a:prstGeom prst="rect">
                  <a:avLst/>
                </a:prstGeom>
              </p:spPr>
            </p:pic>
            <p:pic>
              <p:nvPicPr>
                <p:cNvPr id="100" name="object 83">
                  <a:extLst>
                    <a:ext uri="{FF2B5EF4-FFF2-40B4-BE49-F238E27FC236}">
                      <a16:creationId xmlns:a16="http://schemas.microsoft.com/office/drawing/2014/main" id="{DDCAA6C4-3417-17D9-90DB-0EA8FC9FF33C}"/>
                    </a:ext>
                  </a:extLst>
                </p:cNvPr>
                <p:cNvPicPr/>
                <p:nvPr/>
              </p:nvPicPr>
              <p:blipFill>
                <a:blip r:embed="rId25" cstate="print"/>
                <a:stretch>
                  <a:fillRect/>
                </a:stretch>
              </p:blipFill>
              <p:spPr>
                <a:xfrm>
                  <a:off x="1644395" y="7886700"/>
                  <a:ext cx="217931" cy="217931"/>
                </a:xfrm>
                <a:prstGeom prst="rect">
                  <a:avLst/>
                </a:prstGeom>
              </p:spPr>
            </p:pic>
            <p:pic>
              <p:nvPicPr>
                <p:cNvPr id="101" name="object 84">
                  <a:extLst>
                    <a:ext uri="{FF2B5EF4-FFF2-40B4-BE49-F238E27FC236}">
                      <a16:creationId xmlns:a16="http://schemas.microsoft.com/office/drawing/2014/main" id="{29EFDA6D-6E70-DE6E-E65A-F51D5D3729EC}"/>
                    </a:ext>
                  </a:extLst>
                </p:cNvPr>
                <p:cNvPicPr/>
                <p:nvPr/>
              </p:nvPicPr>
              <p:blipFill>
                <a:blip r:embed="rId22" cstate="print"/>
                <a:stretch>
                  <a:fillRect/>
                </a:stretch>
              </p:blipFill>
              <p:spPr>
                <a:xfrm>
                  <a:off x="1395984" y="7882128"/>
                  <a:ext cx="216407" cy="216408"/>
                </a:xfrm>
                <a:prstGeom prst="rect">
                  <a:avLst/>
                </a:prstGeom>
              </p:spPr>
            </p:pic>
          </p:grpSp>
          <p:pic>
            <p:nvPicPr>
              <p:cNvPr id="102" name="object 84">
                <a:extLst>
                  <a:ext uri="{FF2B5EF4-FFF2-40B4-BE49-F238E27FC236}">
                    <a16:creationId xmlns:a16="http://schemas.microsoft.com/office/drawing/2014/main" id="{9A5FDC64-C3D5-93F7-666F-D1BF6E8A64B0}"/>
                  </a:ext>
                </a:extLst>
              </p:cNvPr>
              <p:cNvPicPr/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1152587" y="7795260"/>
                <a:ext cx="216407" cy="216408"/>
              </a:xfrm>
              <a:prstGeom prst="rect">
                <a:avLst/>
              </a:prstGeom>
            </p:spPr>
          </p:pic>
        </p:grpSp>
      </p:grpSp>
      <p:grpSp>
        <p:nvGrpSpPr>
          <p:cNvPr id="107" name="Groupe 106">
            <a:extLst>
              <a:ext uri="{FF2B5EF4-FFF2-40B4-BE49-F238E27FC236}">
                <a16:creationId xmlns:a16="http://schemas.microsoft.com/office/drawing/2014/main" id="{617EA40B-E5F1-94FA-9B64-58F14A2A67CA}"/>
              </a:ext>
            </a:extLst>
          </p:cNvPr>
          <p:cNvGrpSpPr/>
          <p:nvPr/>
        </p:nvGrpSpPr>
        <p:grpSpPr>
          <a:xfrm>
            <a:off x="267335" y="7047573"/>
            <a:ext cx="1840864" cy="491678"/>
            <a:chOff x="158052" y="4007169"/>
            <a:chExt cx="1840864" cy="491678"/>
          </a:xfrm>
        </p:grpSpPr>
        <p:grpSp>
          <p:nvGrpSpPr>
            <p:cNvPr id="108" name="object 38"/>
            <p:cNvGrpSpPr/>
            <p:nvPr/>
          </p:nvGrpSpPr>
          <p:grpSpPr>
            <a:xfrm>
              <a:off x="644651" y="4280915"/>
              <a:ext cx="1203959" cy="217932"/>
              <a:chOff x="644651" y="4280915"/>
              <a:chExt cx="1203959" cy="217932"/>
            </a:xfrm>
          </p:grpSpPr>
          <p:pic>
            <p:nvPicPr>
              <p:cNvPr id="110" name="object 39"/>
              <p:cNvPicPr/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644651" y="4280915"/>
                <a:ext cx="217932" cy="217932"/>
              </a:xfrm>
              <a:prstGeom prst="rect">
                <a:avLst/>
              </a:prstGeom>
            </p:spPr>
          </p:pic>
          <p:pic>
            <p:nvPicPr>
              <p:cNvPr id="111" name="object 40"/>
              <p:cNvPicPr/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891539" y="4280915"/>
                <a:ext cx="217931" cy="217932"/>
              </a:xfrm>
              <a:prstGeom prst="rect">
                <a:avLst/>
              </a:prstGeom>
            </p:spPr>
          </p:pic>
          <p:pic>
            <p:nvPicPr>
              <p:cNvPr id="112" name="object 41"/>
              <p:cNvPicPr/>
              <p:nvPr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1138427" y="4280915"/>
                <a:ext cx="216408" cy="217932"/>
              </a:xfrm>
              <a:prstGeom prst="rect">
                <a:avLst/>
              </a:prstGeom>
            </p:spPr>
          </p:pic>
          <p:pic>
            <p:nvPicPr>
              <p:cNvPr id="113" name="object 42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383791" y="4280915"/>
                <a:ext cx="217932" cy="217932"/>
              </a:xfrm>
              <a:prstGeom prst="rect">
                <a:avLst/>
              </a:prstGeom>
            </p:spPr>
          </p:pic>
          <p:pic>
            <p:nvPicPr>
              <p:cNvPr id="114" name="object 43"/>
              <p:cNvPicPr/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1630679" y="4280915"/>
                <a:ext cx="217931" cy="217932"/>
              </a:xfrm>
              <a:prstGeom prst="rect">
                <a:avLst/>
              </a:prstGeom>
            </p:spPr>
          </p:pic>
        </p:grpSp>
        <p:sp>
          <p:nvSpPr>
            <p:cNvPr id="109" name="object 44">
              <a:extLst>
                <a:ext uri="{FF2B5EF4-FFF2-40B4-BE49-F238E27FC236}">
                  <a16:creationId xmlns:a16="http://schemas.microsoft.com/office/drawing/2014/main" id="{609CBCC3-FF16-EAC1-2A69-3D918472DB92}"/>
                </a:ext>
              </a:extLst>
            </p:cNvPr>
            <p:cNvSpPr txBox="1"/>
            <p:nvPr/>
          </p:nvSpPr>
          <p:spPr>
            <a:xfrm>
              <a:off x="158052" y="4007169"/>
              <a:ext cx="1840864" cy="19749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890"/>
                </a:spcBef>
              </a:pPr>
              <a:r>
                <a:rPr lang="en-US" sz="1200" b="1" noProof="0" dirty="0">
                  <a:solidFill>
                    <a:srgbClr val="FFFFFF"/>
                  </a:solidFill>
                  <a:latin typeface="Calibri"/>
                  <a:cs typeface="Calibri"/>
                </a:rPr>
                <a:t>HTML</a:t>
              </a:r>
              <a:r>
                <a:rPr lang="en-US" sz="1200" b="1" spc="20" noProof="0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lang="en-US" sz="1200" b="1" noProof="0" dirty="0">
                  <a:solidFill>
                    <a:srgbClr val="FFFFFF"/>
                  </a:solidFill>
                  <a:latin typeface="Calibri"/>
                  <a:cs typeface="Calibri"/>
                </a:rPr>
                <a:t>/</a:t>
              </a:r>
              <a:r>
                <a:rPr lang="en-US" sz="1200" b="1" spc="-20" noProof="0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lang="en-US" sz="1200" b="1" noProof="0" dirty="0">
                  <a:solidFill>
                    <a:srgbClr val="FFFFFF"/>
                  </a:solidFill>
                  <a:latin typeface="Calibri"/>
                  <a:cs typeface="Calibri"/>
                </a:rPr>
                <a:t>CSS / LESS</a:t>
              </a:r>
              <a:r>
                <a:rPr lang="en-US" sz="1200" b="1" spc="-15" noProof="0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lang="en-US" sz="1200" b="1" noProof="0" dirty="0">
                  <a:solidFill>
                    <a:srgbClr val="FFFFFF"/>
                  </a:solidFill>
                  <a:latin typeface="Calibri"/>
                  <a:cs typeface="Calibri"/>
                </a:rPr>
                <a:t>/ </a:t>
              </a:r>
              <a:r>
                <a:rPr lang="en-US" sz="1200" b="1" spc="-20" noProof="0" dirty="0">
                  <a:solidFill>
                    <a:srgbClr val="FFFFFF"/>
                  </a:solidFill>
                  <a:latin typeface="Calibri"/>
                  <a:cs typeface="Calibri"/>
                </a:rPr>
                <a:t>SASS</a:t>
              </a:r>
              <a:endParaRPr lang="en-US" sz="1200" noProof="0" dirty="0">
                <a:latin typeface="Calibri"/>
                <a:cs typeface="Calibri"/>
              </a:endParaRPr>
            </a:p>
          </p:txBody>
        </p:sp>
      </p:grpSp>
      <p:grpSp>
        <p:nvGrpSpPr>
          <p:cNvPr id="118" name="Groupe 117">
            <a:extLst>
              <a:ext uri="{FF2B5EF4-FFF2-40B4-BE49-F238E27FC236}">
                <a16:creationId xmlns:a16="http://schemas.microsoft.com/office/drawing/2014/main" id="{42C0EDD8-DBCF-A696-33B3-95D3F4F25680}"/>
              </a:ext>
            </a:extLst>
          </p:cNvPr>
          <p:cNvGrpSpPr/>
          <p:nvPr/>
        </p:nvGrpSpPr>
        <p:grpSpPr>
          <a:xfrm>
            <a:off x="309752" y="9143156"/>
            <a:ext cx="1747393" cy="219792"/>
            <a:chOff x="309752" y="9143156"/>
            <a:chExt cx="1747393" cy="219792"/>
          </a:xfrm>
        </p:grpSpPr>
        <p:grpSp>
          <p:nvGrpSpPr>
            <p:cNvPr id="30" name="object 30"/>
            <p:cNvGrpSpPr/>
            <p:nvPr/>
          </p:nvGrpSpPr>
          <p:grpSpPr>
            <a:xfrm>
              <a:off x="839470" y="9146540"/>
              <a:ext cx="1217675" cy="216408"/>
              <a:chOff x="934211" y="9252204"/>
              <a:chExt cx="1217675" cy="216408"/>
            </a:xfrm>
          </p:grpSpPr>
          <p:pic>
            <p:nvPicPr>
              <p:cNvPr id="31" name="object 31"/>
              <p:cNvPicPr/>
              <p:nvPr/>
            </p:nvPicPr>
            <p:blipFill>
              <a:blip r:embed="rId27" cstate="print"/>
              <a:stretch>
                <a:fillRect/>
              </a:stretch>
            </p:blipFill>
            <p:spPr>
              <a:xfrm>
                <a:off x="934211" y="9252204"/>
                <a:ext cx="216407" cy="216408"/>
              </a:xfrm>
              <a:prstGeom prst="rect">
                <a:avLst/>
              </a:prstGeom>
            </p:spPr>
          </p:pic>
          <p:pic>
            <p:nvPicPr>
              <p:cNvPr id="32" name="object 32"/>
              <p:cNvPicPr/>
              <p:nvPr/>
            </p:nvPicPr>
            <p:blipFill>
              <a:blip r:embed="rId28" cstate="print"/>
              <a:stretch>
                <a:fillRect/>
              </a:stretch>
            </p:blipFill>
            <p:spPr>
              <a:xfrm>
                <a:off x="1179575" y="9252204"/>
                <a:ext cx="217932" cy="216408"/>
              </a:xfrm>
              <a:prstGeom prst="rect">
                <a:avLst/>
              </a:prstGeom>
            </p:spPr>
          </p:pic>
          <p:pic>
            <p:nvPicPr>
              <p:cNvPr id="33" name="object 33"/>
              <p:cNvPicPr/>
              <p:nvPr/>
            </p:nvPicPr>
            <p:blipFill>
              <a:blip r:embed="rId28" cstate="print"/>
              <a:stretch>
                <a:fillRect/>
              </a:stretch>
            </p:blipFill>
            <p:spPr>
              <a:xfrm>
                <a:off x="1426463" y="9252204"/>
                <a:ext cx="217931" cy="216408"/>
              </a:xfrm>
              <a:prstGeom prst="rect">
                <a:avLst/>
              </a:prstGeom>
            </p:spPr>
          </p:pic>
          <p:pic>
            <p:nvPicPr>
              <p:cNvPr id="34" name="object 34"/>
              <p:cNvPicPr/>
              <p:nvPr/>
            </p:nvPicPr>
            <p:blipFill>
              <a:blip r:embed="rId29" cstate="print"/>
              <a:stretch>
                <a:fillRect/>
              </a:stretch>
            </p:blipFill>
            <p:spPr>
              <a:xfrm>
                <a:off x="1935479" y="9252204"/>
                <a:ext cx="216407" cy="216408"/>
              </a:xfrm>
              <a:prstGeom prst="rect">
                <a:avLst/>
              </a:prstGeom>
            </p:spPr>
          </p:pic>
        </p:grpSp>
        <p:sp>
          <p:nvSpPr>
            <p:cNvPr id="116" name="object 22">
              <a:extLst>
                <a:ext uri="{FF2B5EF4-FFF2-40B4-BE49-F238E27FC236}">
                  <a16:creationId xmlns:a16="http://schemas.microsoft.com/office/drawing/2014/main" id="{A7344020-CEB0-FBD3-3099-5D4CB5AC3C32}"/>
                </a:ext>
              </a:extLst>
            </p:cNvPr>
            <p:cNvSpPr txBox="1"/>
            <p:nvPr/>
          </p:nvSpPr>
          <p:spPr>
            <a:xfrm>
              <a:off x="309752" y="9143156"/>
              <a:ext cx="448309" cy="19749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200" spc="-10" noProof="0" dirty="0">
                  <a:solidFill>
                    <a:srgbClr val="FFFFFF"/>
                  </a:solidFill>
                  <a:latin typeface="Calibri"/>
                  <a:cs typeface="Calibri"/>
                </a:rPr>
                <a:t>English</a:t>
              </a:r>
              <a:endParaRPr lang="en-US" sz="1200" noProof="0" dirty="0">
                <a:latin typeface="Calibri"/>
                <a:cs typeface="Calibri"/>
              </a:endParaRPr>
            </a:p>
          </p:txBody>
        </p:sp>
        <p:pic>
          <p:nvPicPr>
            <p:cNvPr id="117" name="object 28">
              <a:extLst>
                <a:ext uri="{FF2B5EF4-FFF2-40B4-BE49-F238E27FC236}">
                  <a16:creationId xmlns:a16="http://schemas.microsoft.com/office/drawing/2014/main" id="{709AC65D-F08B-8C29-E3BB-E9A60FF2576B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86231" y="9143156"/>
              <a:ext cx="217931" cy="217930"/>
            </a:xfrm>
            <a:prstGeom prst="rect">
              <a:avLst/>
            </a:prstGeom>
          </p:spPr>
        </p:pic>
      </p:grpSp>
      <p:pic>
        <p:nvPicPr>
          <p:cNvPr id="123" name="Image 122" descr="Une image contenant personne, Visage humain, habits, sourire">
            <a:extLst>
              <a:ext uri="{FF2B5EF4-FFF2-40B4-BE49-F238E27FC236}">
                <a16:creationId xmlns:a16="http://schemas.microsoft.com/office/drawing/2014/main" id="{CB6FB974-CCE3-EB2B-FFF2-1C77787D7EB7}"/>
              </a:ext>
            </a:extLst>
          </p:cNvPr>
          <p:cNvPicPr>
            <a:picLocks noChangeAspect="1"/>
          </p:cNvPicPr>
          <p:nvPr/>
        </p:nvPicPr>
        <p:blipFill rotWithShape="1"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6" t="20346" r="22782" b="11171"/>
          <a:stretch>
            <a:fillRect/>
          </a:stretch>
        </p:blipFill>
        <p:spPr>
          <a:xfrm rot="5400000">
            <a:off x="464944" y="185037"/>
            <a:ext cx="1598043" cy="1598043"/>
          </a:xfrm>
          <a:prstGeom prst="ellipse">
            <a:avLst/>
          </a:prstGeom>
        </p:spPr>
      </p:pic>
      <p:sp>
        <p:nvSpPr>
          <p:cNvPr id="7" name="object 12">
            <a:extLst>
              <a:ext uri="{FF2B5EF4-FFF2-40B4-BE49-F238E27FC236}">
                <a16:creationId xmlns:a16="http://schemas.microsoft.com/office/drawing/2014/main" id="{434A0271-A8BB-2A82-4E49-6AC413642826}"/>
              </a:ext>
            </a:extLst>
          </p:cNvPr>
          <p:cNvSpPr txBox="1"/>
          <p:nvPr/>
        </p:nvSpPr>
        <p:spPr>
          <a:xfrm>
            <a:off x="2340736" y="3478089"/>
            <a:ext cx="4419726" cy="1373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1240"/>
              </a:spcBef>
              <a:buFont typeface="Wingdings"/>
              <a:buChar char=""/>
              <a:tabLst>
                <a:tab pos="177165" algn="l"/>
              </a:tabLst>
            </a:pP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SENIOR</a:t>
            </a:r>
            <a:r>
              <a:rPr lang="en-US" sz="1100" b="1" spc="-25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DEV /</a:t>
            </a:r>
            <a:r>
              <a:rPr lang="en-US" sz="1100" b="1" spc="-5" noProof="0" dirty="0">
                <a:solidFill>
                  <a:srgbClr val="3A6278"/>
                </a:solidFill>
                <a:latin typeface="Calibri"/>
                <a:cs typeface="Calibri"/>
              </a:rPr>
              <a:t> TECH </a:t>
            </a:r>
            <a:r>
              <a:rPr lang="en-US" sz="1100" b="1" spc="-20" noProof="0" dirty="0">
                <a:solidFill>
                  <a:srgbClr val="3A6278"/>
                </a:solidFill>
                <a:latin typeface="Calibri"/>
                <a:cs typeface="Calibri"/>
              </a:rPr>
              <a:t>LEAD / DEVOPS</a:t>
            </a:r>
            <a:endParaRPr lang="en-US" sz="11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sz="1400" noProof="0" dirty="0">
                <a:latin typeface="Calibri"/>
                <a:cs typeface="Calibri"/>
              </a:rPr>
              <a:t>AMAZON|</a:t>
            </a:r>
            <a:r>
              <a:rPr lang="en-US" sz="1400" spc="-55" noProof="0" dirty="0">
                <a:latin typeface="Calibri"/>
                <a:cs typeface="Calibri"/>
              </a:rPr>
              <a:t> </a:t>
            </a:r>
            <a:r>
              <a:rPr lang="en-US" sz="1400" noProof="0" dirty="0">
                <a:latin typeface="Calibri"/>
                <a:cs typeface="Calibri"/>
              </a:rPr>
              <a:t>Mar</a:t>
            </a:r>
            <a:r>
              <a:rPr lang="en-US" sz="1400" spc="-45" noProof="0" dirty="0">
                <a:latin typeface="Calibri"/>
                <a:cs typeface="Calibri"/>
              </a:rPr>
              <a:t> </a:t>
            </a:r>
            <a:r>
              <a:rPr lang="en-US" sz="1400" noProof="0" dirty="0">
                <a:latin typeface="Calibri"/>
                <a:cs typeface="Calibri"/>
              </a:rPr>
              <a:t>2020</a:t>
            </a:r>
            <a:r>
              <a:rPr lang="en-US" sz="1400" spc="-25" noProof="0" dirty="0">
                <a:latin typeface="Calibri"/>
                <a:cs typeface="Calibri"/>
              </a:rPr>
              <a:t> </a:t>
            </a:r>
            <a:r>
              <a:rPr lang="en-US" sz="1400" noProof="0" dirty="0">
                <a:latin typeface="Calibri"/>
                <a:cs typeface="Calibri"/>
              </a:rPr>
              <a:t>to</a:t>
            </a:r>
            <a:r>
              <a:rPr lang="en-US" sz="1400" spc="-25" noProof="0" dirty="0">
                <a:latin typeface="Calibri"/>
                <a:cs typeface="Calibri"/>
              </a:rPr>
              <a:t> </a:t>
            </a:r>
            <a:r>
              <a:rPr lang="en-US" sz="1400" spc="-50" noProof="0" dirty="0">
                <a:latin typeface="Calibri"/>
                <a:cs typeface="Calibri"/>
              </a:rPr>
              <a:t>Nov 2025 </a:t>
            </a:r>
            <a:r>
              <a:rPr lang="en-US" sz="1200" spc="-50" noProof="0" dirty="0">
                <a:latin typeface="Calibri"/>
                <a:cs typeface="Calibri"/>
              </a:rPr>
              <a:t>(FULL REMOTE)</a:t>
            </a:r>
            <a:endParaRPr lang="en-US" sz="1200" noProof="0" dirty="0">
              <a:latin typeface="Calibri"/>
              <a:cs typeface="Calibri"/>
            </a:endParaRPr>
          </a:p>
          <a:p>
            <a:pPr marL="177165" marR="269240">
              <a:lnSpc>
                <a:spcPct val="101099"/>
              </a:lnSpc>
              <a:spcBef>
                <a:spcPts val="45"/>
              </a:spcBef>
            </a:pPr>
            <a:r>
              <a:rPr lang="en-US" sz="900" noProof="0" dirty="0">
                <a:latin typeface="Calibri"/>
                <a:cs typeface="Calibri"/>
              </a:rPr>
              <a:t>Technical</a:t>
            </a:r>
            <a:r>
              <a:rPr lang="en-US" sz="900" spc="-2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leader</a:t>
            </a:r>
            <a:r>
              <a:rPr lang="en-US" sz="900" spc="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of</a:t>
            </a:r>
            <a:r>
              <a:rPr lang="en-US" sz="900" spc="-3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a</a:t>
            </a:r>
            <a:r>
              <a:rPr lang="en-US" sz="900" spc="-2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5-engineer</a:t>
            </a:r>
            <a:r>
              <a:rPr lang="en-US" sz="900" spc="1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dev</a:t>
            </a:r>
            <a:r>
              <a:rPr lang="en-US" sz="900" spc="-1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team.</a:t>
            </a:r>
            <a:r>
              <a:rPr lang="en-US" sz="900" spc="-1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Build and Run of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heavy</a:t>
            </a:r>
            <a:r>
              <a:rPr lang="en-US" sz="900" spc="-1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traffic</a:t>
            </a:r>
            <a:r>
              <a:rPr lang="en-US" sz="900" spc="-15" noProof="0" dirty="0">
                <a:latin typeface="Calibri"/>
                <a:cs typeface="Calibri"/>
              </a:rPr>
              <a:t> Amazon </a:t>
            </a:r>
            <a:r>
              <a:rPr lang="en-US" sz="900" noProof="0" dirty="0">
                <a:latin typeface="Calibri"/>
                <a:cs typeface="Calibri"/>
              </a:rPr>
              <a:t>web</a:t>
            </a:r>
            <a:r>
              <a:rPr lang="en-US" sz="900" spc="-20" noProof="0" dirty="0">
                <a:latin typeface="Calibri"/>
                <a:cs typeface="Calibri"/>
              </a:rPr>
              <a:t> apps </a:t>
            </a:r>
            <a:r>
              <a:rPr lang="en-US" sz="900" noProof="0" dirty="0">
                <a:latin typeface="Calibri"/>
                <a:cs typeface="Calibri"/>
              </a:rPr>
              <a:t>deployed</a:t>
            </a:r>
            <a:r>
              <a:rPr lang="en-US" sz="900" spc="-10" noProof="0" dirty="0">
                <a:latin typeface="Calibri"/>
                <a:cs typeface="Calibri"/>
              </a:rPr>
              <a:t> Worldwide</a:t>
            </a:r>
            <a:r>
              <a:rPr lang="en-US" sz="900" spc="-2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using</a:t>
            </a:r>
            <a:r>
              <a:rPr lang="en-US" sz="900" spc="-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AWS</a:t>
            </a:r>
            <a:r>
              <a:rPr lang="en-US" sz="900" spc="-30" noProof="0" dirty="0">
                <a:latin typeface="Calibri"/>
                <a:cs typeface="Calibri"/>
              </a:rPr>
              <a:t> </a:t>
            </a:r>
            <a:r>
              <a:rPr lang="en-US" sz="900" spc="-10" noProof="0" dirty="0">
                <a:latin typeface="Calibri"/>
                <a:cs typeface="Calibri"/>
              </a:rPr>
              <a:t>Cloud - Serverless </a:t>
            </a:r>
            <a:r>
              <a:rPr lang="en-US" sz="900" spc="-10" dirty="0">
                <a:latin typeface="Calibri"/>
                <a:cs typeface="Calibri"/>
              </a:rPr>
              <a:t>- </a:t>
            </a:r>
            <a:r>
              <a:rPr lang="en-US" sz="900" spc="-10" noProof="0" dirty="0">
                <a:latin typeface="Calibri"/>
                <a:cs typeface="Calibri"/>
              </a:rPr>
              <a:t> Microservices - </a:t>
            </a:r>
            <a:r>
              <a:rPr lang="en-US" sz="900" spc="-10" noProof="0" dirty="0" err="1">
                <a:latin typeface="Calibri"/>
                <a:cs typeface="Calibri"/>
              </a:rPr>
              <a:t>Scalabilty</a:t>
            </a:r>
            <a:r>
              <a:rPr lang="en-US" sz="900" spc="-10" noProof="0" dirty="0">
                <a:latin typeface="Calibri"/>
                <a:cs typeface="Calibri"/>
              </a:rPr>
              <a:t>.  Infrastructure design/deployment. Interviewer</a:t>
            </a:r>
            <a:r>
              <a:rPr lang="en-US" sz="900" spc="1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during</a:t>
            </a:r>
            <a:r>
              <a:rPr lang="en-US" sz="900" spc="30" noProof="0" dirty="0">
                <a:latin typeface="Calibri"/>
                <a:cs typeface="Calibri"/>
              </a:rPr>
              <a:t> </a:t>
            </a:r>
            <a:r>
              <a:rPr lang="en-US" sz="900" spc="-10" noProof="0" dirty="0">
                <a:latin typeface="Calibri"/>
                <a:cs typeface="Calibri"/>
              </a:rPr>
              <a:t>recruitment</a:t>
            </a:r>
            <a:r>
              <a:rPr lang="en-US" sz="900" spc="30" noProof="0" dirty="0">
                <a:latin typeface="Calibri"/>
                <a:cs typeface="Calibri"/>
              </a:rPr>
              <a:t> </a:t>
            </a:r>
            <a:r>
              <a:rPr lang="en-US" sz="900" spc="-10" noProof="0" dirty="0">
                <a:latin typeface="Calibri"/>
                <a:cs typeface="Calibri"/>
              </a:rPr>
              <a:t>processes…</a:t>
            </a:r>
            <a:r>
              <a:rPr lang="en-US" sz="900" spc="-10" dirty="0">
                <a:latin typeface="Calibri"/>
                <a:cs typeface="Calibri"/>
              </a:rPr>
              <a:t> Expert in </a:t>
            </a:r>
            <a:r>
              <a:rPr lang="en-US" sz="900" spc="-10" noProof="0" dirty="0">
                <a:latin typeface="Calibri"/>
                <a:cs typeface="Calibri"/>
              </a:rPr>
              <a:t>Cloud Computing (AWS) – CI/CD deployments</a:t>
            </a:r>
            <a:endParaRPr lang="en-US" sz="900" noProof="0" dirty="0">
              <a:latin typeface="Calibri"/>
              <a:cs typeface="Calibri"/>
            </a:endParaRPr>
          </a:p>
          <a:p>
            <a:pPr marL="177165">
              <a:lnSpc>
                <a:spcPct val="100000"/>
              </a:lnSpc>
              <a:spcBef>
                <a:spcPts val="10"/>
              </a:spcBef>
            </a:pPr>
            <a:r>
              <a:rPr lang="en-US" sz="900" i="1" noProof="0" dirty="0">
                <a:latin typeface="Calibri"/>
                <a:cs typeface="Calibri"/>
              </a:rPr>
              <a:t>Stack</a:t>
            </a:r>
            <a:r>
              <a:rPr lang="en-US" sz="900" noProof="0" dirty="0">
                <a:latin typeface="Calibri"/>
                <a:cs typeface="Calibri"/>
              </a:rPr>
              <a:t>:</a:t>
            </a:r>
            <a:r>
              <a:rPr lang="en-US" sz="900" spc="-1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Angular, React,</a:t>
            </a:r>
            <a:r>
              <a:rPr lang="en-US" sz="900" spc="-1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Flask, </a:t>
            </a:r>
            <a:r>
              <a:rPr lang="en-US" sz="900" spc="-10" noProof="0" dirty="0">
                <a:latin typeface="Calibri"/>
                <a:cs typeface="Calibri"/>
              </a:rPr>
              <a:t>Python,</a:t>
            </a:r>
            <a:r>
              <a:rPr lang="en-US" sz="900" spc="-2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Bootstrap,</a:t>
            </a:r>
            <a:r>
              <a:rPr lang="en-US" sz="900" spc="-1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SASS,</a:t>
            </a:r>
            <a:r>
              <a:rPr lang="en-US" sz="900" spc="-5" noProof="0" dirty="0">
                <a:latin typeface="Calibri"/>
                <a:cs typeface="Calibri"/>
              </a:rPr>
              <a:t> </a:t>
            </a:r>
            <a:r>
              <a:rPr lang="en-US" sz="900" spc="-10" noProof="0" dirty="0">
                <a:latin typeface="Calibri"/>
                <a:cs typeface="Calibri"/>
              </a:rPr>
              <a:t>PostgreSQL, DynamoDB TypeScript, Photoshop. </a:t>
            </a:r>
            <a:r>
              <a:rPr lang="en-US" sz="900" noProof="0" dirty="0">
                <a:latin typeface="Calibri"/>
                <a:cs typeface="Calibri"/>
              </a:rPr>
              <a:t>AWS</a:t>
            </a:r>
            <a:r>
              <a:rPr lang="en-US" sz="900" spc="-1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Services:</a:t>
            </a:r>
            <a:r>
              <a:rPr lang="en-US" sz="900" spc="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CloudWatch,</a:t>
            </a:r>
            <a:r>
              <a:rPr lang="en-US" sz="900" spc="-1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Lambda,</a:t>
            </a:r>
            <a:r>
              <a:rPr lang="en-US" sz="900" spc="-1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API</a:t>
            </a:r>
            <a:r>
              <a:rPr lang="en-US" sz="900" spc="-1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Gateway,</a:t>
            </a:r>
            <a:r>
              <a:rPr lang="en-US" sz="900" spc="-1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Athena,</a:t>
            </a:r>
            <a:r>
              <a:rPr lang="en-US" sz="900" spc="10" noProof="0" dirty="0">
                <a:latin typeface="Calibri"/>
                <a:cs typeface="Calibri"/>
              </a:rPr>
              <a:t> </a:t>
            </a:r>
            <a:r>
              <a:rPr lang="en-US" sz="900" spc="-10" noProof="0" dirty="0" err="1">
                <a:latin typeface="Calibri"/>
                <a:cs typeface="Calibri"/>
              </a:rPr>
              <a:t>QuickSight</a:t>
            </a:r>
            <a:r>
              <a:rPr lang="en-US" sz="900" spc="-10" noProof="0" dirty="0">
                <a:latin typeface="Calibri"/>
                <a:cs typeface="Calibri"/>
              </a:rPr>
              <a:t>,</a:t>
            </a:r>
            <a:r>
              <a:rPr lang="en-US" sz="900" spc="10" noProof="0" dirty="0">
                <a:latin typeface="Calibri"/>
                <a:cs typeface="Calibri"/>
              </a:rPr>
              <a:t> </a:t>
            </a:r>
            <a:r>
              <a:rPr lang="en-US" sz="900" spc="-20" noProof="0" dirty="0">
                <a:latin typeface="Calibri"/>
                <a:cs typeface="Calibri"/>
              </a:rPr>
              <a:t>SES, </a:t>
            </a:r>
            <a:r>
              <a:rPr lang="en-US" sz="900" noProof="0" dirty="0">
                <a:latin typeface="Calibri"/>
                <a:cs typeface="Calibri"/>
              </a:rPr>
              <a:t>SNS,</a:t>
            </a:r>
            <a:r>
              <a:rPr lang="en-US" sz="900" spc="5" noProof="0" dirty="0">
                <a:latin typeface="Calibri"/>
                <a:cs typeface="Calibri"/>
              </a:rPr>
              <a:t> SQS, </a:t>
            </a:r>
            <a:r>
              <a:rPr lang="en-US" sz="900" spc="-10" noProof="0" dirty="0">
                <a:latin typeface="Calibri"/>
                <a:cs typeface="Calibri"/>
              </a:rPr>
              <a:t>DynamoDB, </a:t>
            </a:r>
            <a:r>
              <a:rPr lang="en-US" sz="900" noProof="0" dirty="0">
                <a:latin typeface="Calibri"/>
                <a:cs typeface="Calibri"/>
              </a:rPr>
              <a:t>RDS, </a:t>
            </a:r>
            <a:r>
              <a:rPr lang="en-US" sz="900" spc="-10" noProof="0" dirty="0">
                <a:latin typeface="Calibri"/>
                <a:cs typeface="Calibri"/>
              </a:rPr>
              <a:t>EC2...</a:t>
            </a:r>
            <a:endParaRPr lang="en-US" sz="900" noProof="0" dirty="0">
              <a:latin typeface="Calibri"/>
              <a:cs typeface="Calibri"/>
            </a:endParaRPr>
          </a:p>
        </p:txBody>
      </p:sp>
      <p:sp>
        <p:nvSpPr>
          <p:cNvPr id="35" name="object 12">
            <a:extLst>
              <a:ext uri="{FF2B5EF4-FFF2-40B4-BE49-F238E27FC236}">
                <a16:creationId xmlns:a16="http://schemas.microsoft.com/office/drawing/2014/main" id="{9EFFC241-3E0E-6769-15C9-699A036A44C1}"/>
              </a:ext>
            </a:extLst>
          </p:cNvPr>
          <p:cNvSpPr txBox="1"/>
          <p:nvPr/>
        </p:nvSpPr>
        <p:spPr>
          <a:xfrm>
            <a:off x="2343150" y="2345105"/>
            <a:ext cx="4419726" cy="123315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1240"/>
              </a:spcBef>
              <a:buFont typeface="Wingdings"/>
              <a:buChar char=""/>
              <a:tabLst>
                <a:tab pos="177165" algn="l"/>
              </a:tabLst>
            </a:pP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ENGINEER SQUAD LEADER</a:t>
            </a:r>
            <a:endParaRPr lang="en-US" sz="11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sz="1400" noProof="0" dirty="0">
                <a:latin typeface="Calibri"/>
                <a:cs typeface="Calibri"/>
              </a:rPr>
              <a:t>KINGFISHER|</a:t>
            </a:r>
            <a:r>
              <a:rPr lang="en-US" sz="1400" spc="-55" noProof="0" dirty="0">
                <a:latin typeface="Calibri"/>
                <a:cs typeface="Calibri"/>
              </a:rPr>
              <a:t> </a:t>
            </a:r>
            <a:r>
              <a:rPr lang="en-US" sz="1400" noProof="0" dirty="0">
                <a:latin typeface="Calibri"/>
                <a:cs typeface="Calibri"/>
              </a:rPr>
              <a:t>Dec</a:t>
            </a:r>
            <a:r>
              <a:rPr lang="en-US" sz="1400" spc="-50" noProof="0" dirty="0">
                <a:latin typeface="Calibri"/>
                <a:cs typeface="Calibri"/>
              </a:rPr>
              <a:t> 2025</a:t>
            </a:r>
            <a:endParaRPr lang="en-US" sz="1400" noProof="0" dirty="0">
              <a:latin typeface="Calibri"/>
              <a:cs typeface="Calibri"/>
            </a:endParaRPr>
          </a:p>
          <a:p>
            <a:pPr marL="177165" marR="269240">
              <a:lnSpc>
                <a:spcPct val="101099"/>
              </a:lnSpc>
              <a:spcBef>
                <a:spcPts val="45"/>
              </a:spcBef>
            </a:pPr>
            <a:r>
              <a:rPr lang="en-US" sz="900" noProof="0" dirty="0">
                <a:latin typeface="Calibri"/>
                <a:cs typeface="Calibri"/>
              </a:rPr>
              <a:t>Technical</a:t>
            </a:r>
            <a:r>
              <a:rPr lang="en-US" sz="900" spc="-2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leader/manager</a:t>
            </a:r>
            <a:r>
              <a:rPr lang="en-US" sz="900" spc="5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of</a:t>
            </a:r>
            <a:r>
              <a:rPr lang="en-US" sz="900" spc="-30" noProof="0" dirty="0">
                <a:latin typeface="Calibri"/>
                <a:cs typeface="Calibri"/>
              </a:rPr>
              <a:t> a </a:t>
            </a:r>
            <a:r>
              <a:rPr lang="en-US" sz="900" noProof="0" dirty="0">
                <a:latin typeface="Calibri"/>
                <a:cs typeface="Calibri"/>
              </a:rPr>
              <a:t>4 developers' team. Mentoring, coaching, t</a:t>
            </a:r>
            <a:r>
              <a:rPr lang="en-US" sz="900" dirty="0" err="1">
                <a:latin typeface="Calibri"/>
                <a:cs typeface="Calibri"/>
              </a:rPr>
              <a:t>eam</a:t>
            </a:r>
            <a:r>
              <a:rPr lang="en-US" sz="900" dirty="0">
                <a:latin typeface="Calibri"/>
                <a:cs typeface="Calibri"/>
              </a:rPr>
              <a:t> building, recruitment loops, best practices of Agile methodologies… In charge of maintenance/evolution of the future Brico Depot e-commerce (100M€ annum). </a:t>
            </a:r>
            <a:endParaRPr lang="en-US" sz="900" noProof="0" dirty="0">
              <a:latin typeface="Calibri"/>
              <a:cs typeface="Calibri"/>
            </a:endParaRPr>
          </a:p>
          <a:p>
            <a:pPr marL="177165" marR="269240">
              <a:lnSpc>
                <a:spcPct val="101099"/>
              </a:lnSpc>
              <a:spcBef>
                <a:spcPts val="45"/>
              </a:spcBef>
            </a:pPr>
            <a:r>
              <a:rPr lang="en-US" sz="900" i="1" noProof="0" dirty="0">
                <a:latin typeface="Calibri"/>
                <a:cs typeface="Calibri"/>
              </a:rPr>
              <a:t>Stack</a:t>
            </a:r>
            <a:r>
              <a:rPr lang="en-US" sz="900" noProof="0" dirty="0">
                <a:latin typeface="Calibri"/>
                <a:cs typeface="Calibri"/>
              </a:rPr>
              <a:t>:</a:t>
            </a:r>
            <a:r>
              <a:rPr lang="en-US" sz="900" spc="-1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Vue, Tailwind, </a:t>
            </a:r>
            <a:r>
              <a:rPr lang="en-US" sz="900" noProof="0" dirty="0" err="1">
                <a:latin typeface="Calibri"/>
                <a:cs typeface="Calibri"/>
              </a:rPr>
              <a:t>Alokai</a:t>
            </a:r>
            <a:r>
              <a:rPr lang="en-US" sz="900" noProof="0" dirty="0">
                <a:latin typeface="Calibri"/>
                <a:cs typeface="Calibri"/>
              </a:rPr>
              <a:t> (Headless CMS), Magento,</a:t>
            </a:r>
            <a:r>
              <a:rPr lang="en-US" sz="900" spc="-10" noProof="0" dirty="0">
                <a:latin typeface="Calibri"/>
                <a:cs typeface="Calibri"/>
              </a:rPr>
              <a:t> </a:t>
            </a:r>
            <a:r>
              <a:rPr lang="en-US" sz="900" noProof="0" dirty="0">
                <a:latin typeface="Calibri"/>
                <a:cs typeface="Calibri"/>
              </a:rPr>
              <a:t>My</a:t>
            </a:r>
            <a:r>
              <a:rPr lang="en-US" sz="900" spc="-10" noProof="0" dirty="0">
                <a:latin typeface="Calibri"/>
                <a:cs typeface="Calibri"/>
              </a:rPr>
              <a:t>SQL, </a:t>
            </a:r>
            <a:r>
              <a:rPr lang="en-US" sz="900" noProof="0" dirty="0">
                <a:latin typeface="Calibri"/>
                <a:cs typeface="Calibri"/>
              </a:rPr>
              <a:t>AWS, GitLab CI, Jira, confluence, Terraform</a:t>
            </a:r>
            <a:r>
              <a:rPr lang="en-US" sz="900" spc="-10" noProof="0" dirty="0">
                <a:latin typeface="Calibri"/>
                <a:cs typeface="Calibri"/>
              </a:rPr>
              <a:t>...</a:t>
            </a:r>
            <a:endParaRPr lang="en-US" sz="900" noProof="0" dirty="0">
              <a:latin typeface="Calibri"/>
              <a:cs typeface="Calibri"/>
            </a:endParaRPr>
          </a:p>
          <a:p>
            <a:pPr marL="177165" marR="269240">
              <a:lnSpc>
                <a:spcPct val="101099"/>
              </a:lnSpc>
              <a:spcBef>
                <a:spcPts val="45"/>
              </a:spcBef>
            </a:pPr>
            <a:r>
              <a:rPr lang="en-US" sz="900" spc="-15" noProof="0" dirty="0">
                <a:latin typeface="Calibri"/>
                <a:cs typeface="Calibri"/>
              </a:rPr>
              <a:t> </a:t>
            </a:r>
            <a:endParaRPr lang="en-US" sz="900" noProof="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noProof="0" dirty="0"/>
              <a:t>Antoine</a:t>
            </a:r>
            <a:r>
              <a:rPr lang="en-US" spc="-170" noProof="0" dirty="0"/>
              <a:t> </a:t>
            </a:r>
            <a:r>
              <a:rPr lang="en-US" spc="-10" noProof="0" dirty="0"/>
              <a:t>CHEDEBOIS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3832" y="1143000"/>
            <a:ext cx="3691890" cy="2600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400" b="1" noProof="0" dirty="0">
                <a:solidFill>
                  <a:srgbClr val="3A6278"/>
                </a:solidFill>
                <a:latin typeface="Calibri"/>
                <a:cs typeface="Calibri"/>
              </a:rPr>
              <a:t>AWS AI Practitioner</a:t>
            </a:r>
            <a:r>
              <a:rPr lang="en-US" sz="1100" b="1" noProof="0" dirty="0">
                <a:solidFill>
                  <a:srgbClr val="09172C"/>
                </a:solidFill>
                <a:latin typeface="Calibri"/>
                <a:cs typeface="Calibri"/>
              </a:rPr>
              <a:t>|</a:t>
            </a:r>
            <a:r>
              <a:rPr lang="en-US" sz="1100" b="1" spc="-20" noProof="0" dirty="0">
                <a:solidFill>
                  <a:srgbClr val="09172C"/>
                </a:solidFill>
                <a:latin typeface="Calibri"/>
                <a:cs typeface="Calibri"/>
              </a:rPr>
              <a:t> </a:t>
            </a:r>
            <a:r>
              <a:rPr lang="en-US" sz="1100" spc="-20" noProof="0" dirty="0">
                <a:latin typeface="Calibri"/>
                <a:cs typeface="Calibri"/>
              </a:rPr>
              <a:t>2025</a:t>
            </a:r>
          </a:p>
          <a:p>
            <a:pPr marL="12700">
              <a:spcBef>
                <a:spcPts val="100"/>
              </a:spcBef>
            </a:pPr>
            <a:endParaRPr lang="en-US" sz="800" b="1" dirty="0">
              <a:solidFill>
                <a:srgbClr val="3A6278"/>
              </a:solidFill>
              <a:latin typeface="Calibri"/>
              <a:cs typeface="Calibri"/>
            </a:endParaRPr>
          </a:p>
          <a:p>
            <a:pPr marL="12700">
              <a:spcBef>
                <a:spcPts val="100"/>
              </a:spcBef>
            </a:pPr>
            <a:r>
              <a:rPr lang="en-US" sz="1400" b="1" noProof="0" dirty="0">
                <a:solidFill>
                  <a:srgbClr val="3A6278"/>
                </a:solidFill>
                <a:latin typeface="Calibri"/>
                <a:cs typeface="Calibri"/>
              </a:rPr>
              <a:t>AWS Solutions Architect Associate </a:t>
            </a:r>
            <a:r>
              <a:rPr lang="en-US" sz="1100" b="1" noProof="0" dirty="0">
                <a:solidFill>
                  <a:srgbClr val="09172C"/>
                </a:solidFill>
                <a:latin typeface="Calibri"/>
                <a:cs typeface="Calibri"/>
              </a:rPr>
              <a:t>|</a:t>
            </a:r>
            <a:r>
              <a:rPr lang="en-US" sz="1100" b="1" spc="-20" noProof="0" dirty="0">
                <a:solidFill>
                  <a:srgbClr val="09172C"/>
                </a:solidFill>
                <a:latin typeface="Calibri"/>
                <a:cs typeface="Calibri"/>
              </a:rPr>
              <a:t> </a:t>
            </a:r>
            <a:r>
              <a:rPr lang="en-US" sz="1100" spc="-20" noProof="0" dirty="0">
                <a:latin typeface="Calibri"/>
                <a:cs typeface="Calibri"/>
              </a:rPr>
              <a:t>2024</a:t>
            </a:r>
          </a:p>
          <a:p>
            <a:pPr marL="12700">
              <a:spcBef>
                <a:spcPts val="100"/>
              </a:spcBef>
            </a:pPr>
            <a:endParaRPr lang="en-US" sz="8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noProof="0" dirty="0">
                <a:solidFill>
                  <a:srgbClr val="3A6278"/>
                </a:solidFill>
                <a:latin typeface="Calibri"/>
                <a:cs typeface="Calibri"/>
              </a:rPr>
              <a:t>AWS</a:t>
            </a:r>
            <a:r>
              <a:rPr lang="en-US" sz="1400" b="1" spc="-2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400" b="1" noProof="0" dirty="0">
                <a:solidFill>
                  <a:srgbClr val="3A6278"/>
                </a:solidFill>
                <a:latin typeface="Calibri"/>
                <a:cs typeface="Calibri"/>
              </a:rPr>
              <a:t>Certified</a:t>
            </a:r>
            <a:r>
              <a:rPr lang="en-US" sz="1400" b="1" spc="-3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400" b="1" noProof="0" dirty="0">
                <a:solidFill>
                  <a:srgbClr val="3A6278"/>
                </a:solidFill>
                <a:latin typeface="Calibri"/>
                <a:cs typeface="Calibri"/>
              </a:rPr>
              <a:t>Developer</a:t>
            </a:r>
            <a:r>
              <a:rPr lang="en-US" sz="1400" b="1" spc="-1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09172C"/>
                </a:solidFill>
                <a:latin typeface="Calibri"/>
                <a:cs typeface="Calibri"/>
              </a:rPr>
              <a:t>|</a:t>
            </a:r>
            <a:r>
              <a:rPr lang="en-US" sz="1100" b="1" spc="-20" noProof="0" dirty="0">
                <a:solidFill>
                  <a:srgbClr val="09172C"/>
                </a:solidFill>
                <a:latin typeface="Calibri"/>
                <a:cs typeface="Calibri"/>
              </a:rPr>
              <a:t> </a:t>
            </a:r>
            <a:r>
              <a:rPr lang="en-US" sz="1100" spc="-20" noProof="0" dirty="0">
                <a:latin typeface="Calibri"/>
                <a:cs typeface="Calibri"/>
              </a:rPr>
              <a:t>2020</a:t>
            </a:r>
            <a:endParaRPr lang="en-US" sz="11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AWS</a:t>
            </a:r>
            <a:r>
              <a:rPr lang="en-US" sz="1100" b="1" spc="-3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Cloud</a:t>
            </a:r>
            <a:r>
              <a:rPr lang="en-US" sz="1100" b="1" spc="-3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Practitioner</a:t>
            </a:r>
            <a:r>
              <a:rPr lang="en-US" sz="1100" b="1" spc="-25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09172C"/>
                </a:solidFill>
                <a:latin typeface="Calibri"/>
                <a:cs typeface="Calibri"/>
              </a:rPr>
              <a:t>|</a:t>
            </a:r>
            <a:r>
              <a:rPr lang="en-US" sz="1100" b="1" spc="-20" noProof="0" dirty="0">
                <a:solidFill>
                  <a:srgbClr val="09172C"/>
                </a:solidFill>
                <a:latin typeface="Calibri"/>
                <a:cs typeface="Calibri"/>
              </a:rPr>
              <a:t> </a:t>
            </a:r>
            <a:r>
              <a:rPr lang="en-US" sz="1100" spc="-20" noProof="0" dirty="0">
                <a:latin typeface="Calibri"/>
                <a:cs typeface="Calibri"/>
              </a:rPr>
              <a:t>2020 &amp; 2024</a:t>
            </a:r>
            <a:endParaRPr lang="en-US" sz="11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lang="en-US" sz="1100" b="1" spc="-10" noProof="0" dirty="0">
                <a:solidFill>
                  <a:srgbClr val="3A6278"/>
                </a:solidFill>
                <a:latin typeface="Calibri"/>
                <a:cs typeface="Calibri"/>
              </a:rPr>
              <a:t>Professional</a:t>
            </a:r>
            <a:r>
              <a:rPr lang="en-US" sz="1100" b="1" spc="-25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Scrum</a:t>
            </a:r>
            <a:r>
              <a:rPr lang="en-US" sz="1100" b="1" spc="-1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Master</a:t>
            </a:r>
            <a:r>
              <a:rPr lang="en-US" sz="1100" b="1" spc="-1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1</a:t>
            </a:r>
            <a:r>
              <a:rPr lang="en-US" sz="1100" b="1" spc="2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09172C"/>
                </a:solidFill>
                <a:latin typeface="Calibri"/>
                <a:cs typeface="Calibri"/>
              </a:rPr>
              <a:t>|</a:t>
            </a:r>
            <a:r>
              <a:rPr lang="en-US" sz="1100" b="1" spc="-10" noProof="0" dirty="0">
                <a:solidFill>
                  <a:srgbClr val="09172C"/>
                </a:solidFill>
                <a:latin typeface="Calibri"/>
                <a:cs typeface="Calibri"/>
              </a:rPr>
              <a:t> </a:t>
            </a:r>
            <a:r>
              <a:rPr lang="en-US" sz="1100" noProof="0" dirty="0">
                <a:solidFill>
                  <a:srgbClr val="09172C"/>
                </a:solidFill>
                <a:latin typeface="Calibri"/>
                <a:cs typeface="Calibri"/>
              </a:rPr>
              <a:t>Scrum.org</a:t>
            </a:r>
            <a:r>
              <a:rPr lang="en-US" sz="1100" spc="-30" noProof="0" dirty="0">
                <a:solidFill>
                  <a:srgbClr val="09172C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09172C"/>
                </a:solidFill>
                <a:latin typeface="Calibri"/>
                <a:cs typeface="Calibri"/>
              </a:rPr>
              <a:t>|</a:t>
            </a:r>
            <a:r>
              <a:rPr lang="en-US" sz="1100" b="1" spc="5" noProof="0" dirty="0">
                <a:solidFill>
                  <a:srgbClr val="09172C"/>
                </a:solidFill>
                <a:latin typeface="Calibri"/>
                <a:cs typeface="Calibri"/>
              </a:rPr>
              <a:t> </a:t>
            </a:r>
            <a:r>
              <a:rPr lang="en-US" sz="1100" spc="-20" noProof="0" dirty="0">
                <a:latin typeface="Calibri"/>
                <a:cs typeface="Calibri"/>
              </a:rPr>
              <a:t>2019</a:t>
            </a:r>
            <a:endParaRPr lang="en-US" sz="11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lang="en-US" sz="1100" b="1" spc="-10" noProof="0" dirty="0">
                <a:solidFill>
                  <a:srgbClr val="3A6278"/>
                </a:solidFill>
                <a:latin typeface="Calibri"/>
                <a:cs typeface="Calibri"/>
              </a:rPr>
              <a:t>Professional</a:t>
            </a:r>
            <a:r>
              <a:rPr lang="en-US" sz="1100" b="1" spc="-25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Scrum</a:t>
            </a:r>
            <a:r>
              <a:rPr lang="en-US" sz="1100" b="1" spc="-15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Product</a:t>
            </a:r>
            <a:r>
              <a:rPr lang="en-US" sz="1100" b="1" spc="-15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Owner</a:t>
            </a:r>
            <a:r>
              <a:rPr lang="en-US" sz="1100" b="1" spc="-1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1</a:t>
            </a:r>
            <a:r>
              <a:rPr lang="en-US" sz="1100" b="1" spc="5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09172C"/>
                </a:solidFill>
                <a:latin typeface="Calibri"/>
                <a:cs typeface="Calibri"/>
              </a:rPr>
              <a:t>| </a:t>
            </a:r>
            <a:r>
              <a:rPr lang="en-US" sz="1100" noProof="0" dirty="0">
                <a:solidFill>
                  <a:srgbClr val="09172C"/>
                </a:solidFill>
                <a:latin typeface="Calibri"/>
                <a:cs typeface="Calibri"/>
              </a:rPr>
              <a:t>Scrum.org</a:t>
            </a:r>
            <a:r>
              <a:rPr lang="en-US" sz="1100" spc="-30" noProof="0" dirty="0">
                <a:solidFill>
                  <a:srgbClr val="09172C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09172C"/>
                </a:solidFill>
                <a:latin typeface="Calibri"/>
                <a:cs typeface="Calibri"/>
              </a:rPr>
              <a:t>|</a:t>
            </a:r>
            <a:r>
              <a:rPr lang="en-US" sz="1100" b="1" spc="-10" noProof="0" dirty="0">
                <a:solidFill>
                  <a:srgbClr val="09172C"/>
                </a:solidFill>
                <a:latin typeface="Calibri"/>
                <a:cs typeface="Calibri"/>
              </a:rPr>
              <a:t> </a:t>
            </a:r>
            <a:r>
              <a:rPr lang="en-US" sz="1100" spc="-20" noProof="0" dirty="0">
                <a:latin typeface="Calibri"/>
                <a:cs typeface="Calibri"/>
              </a:rPr>
              <a:t>2019</a:t>
            </a:r>
            <a:endParaRPr lang="en-US" sz="11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lang="en-US" sz="1100" b="1" spc="-10" noProof="0" dirty="0">
                <a:solidFill>
                  <a:srgbClr val="3A6278"/>
                </a:solidFill>
                <a:latin typeface="Calibri"/>
                <a:cs typeface="Calibri"/>
              </a:rPr>
              <a:t>Professional</a:t>
            </a:r>
            <a:r>
              <a:rPr lang="en-US" sz="1100" b="1" spc="-2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Scrum</a:t>
            </a:r>
            <a:r>
              <a:rPr lang="en-US" sz="1100" b="1" spc="-1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Developer</a:t>
            </a:r>
            <a:r>
              <a:rPr lang="en-US" sz="1100" b="1" spc="-1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1</a:t>
            </a:r>
            <a:r>
              <a:rPr lang="en-US" sz="1100" b="1" spc="1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09172C"/>
                </a:solidFill>
                <a:latin typeface="Calibri"/>
                <a:cs typeface="Calibri"/>
              </a:rPr>
              <a:t>|</a:t>
            </a:r>
            <a:r>
              <a:rPr lang="en-US" sz="1100" b="1" spc="5" noProof="0" dirty="0">
                <a:solidFill>
                  <a:srgbClr val="09172C"/>
                </a:solidFill>
                <a:latin typeface="Calibri"/>
                <a:cs typeface="Calibri"/>
              </a:rPr>
              <a:t> </a:t>
            </a:r>
            <a:r>
              <a:rPr lang="en-US" sz="1100" noProof="0" dirty="0">
                <a:solidFill>
                  <a:srgbClr val="09172C"/>
                </a:solidFill>
                <a:latin typeface="Calibri"/>
                <a:cs typeface="Calibri"/>
              </a:rPr>
              <a:t>Scrum.org</a:t>
            </a:r>
            <a:r>
              <a:rPr lang="en-US" sz="1100" spc="-25" noProof="0" dirty="0">
                <a:solidFill>
                  <a:srgbClr val="09172C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09172C"/>
                </a:solidFill>
                <a:latin typeface="Calibri"/>
                <a:cs typeface="Calibri"/>
              </a:rPr>
              <a:t>|</a:t>
            </a:r>
            <a:r>
              <a:rPr lang="en-US" sz="1100" b="1" spc="-5" noProof="0" dirty="0">
                <a:solidFill>
                  <a:srgbClr val="09172C"/>
                </a:solidFill>
                <a:latin typeface="Calibri"/>
                <a:cs typeface="Calibri"/>
              </a:rPr>
              <a:t> </a:t>
            </a:r>
            <a:r>
              <a:rPr lang="en-US" sz="1100" spc="-20" noProof="0" dirty="0">
                <a:latin typeface="Calibri"/>
                <a:cs typeface="Calibri"/>
              </a:rPr>
              <a:t>2019</a:t>
            </a:r>
            <a:endParaRPr lang="en-US" sz="1100" noProof="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Symfony</a:t>
            </a:r>
            <a:r>
              <a:rPr lang="en-US" sz="1100" b="1" spc="-2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–</a:t>
            </a:r>
            <a:r>
              <a:rPr lang="en-US" sz="1100" b="1" spc="-25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Hack</a:t>
            </a:r>
            <a:r>
              <a:rPr lang="en-US" sz="1100" b="1" spc="-3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and</a:t>
            </a:r>
            <a:r>
              <a:rPr lang="en-US" sz="1100" b="1" spc="-5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Extend</a:t>
            </a:r>
            <a:r>
              <a:rPr lang="en-US" sz="1100" b="1" spc="-2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the</a:t>
            </a:r>
            <a:r>
              <a:rPr lang="en-US" sz="1100" b="1" spc="-20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3A6278"/>
                </a:solidFill>
                <a:latin typeface="Calibri"/>
                <a:cs typeface="Calibri"/>
              </a:rPr>
              <a:t>Framework</a:t>
            </a:r>
            <a:r>
              <a:rPr lang="en-US" sz="1100" b="1" spc="-25" noProof="0" dirty="0">
                <a:solidFill>
                  <a:srgbClr val="3A6278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09172C"/>
                </a:solidFill>
                <a:latin typeface="Calibri"/>
                <a:cs typeface="Calibri"/>
              </a:rPr>
              <a:t>|</a:t>
            </a:r>
            <a:r>
              <a:rPr lang="en-US" sz="1100" b="1" spc="-20" noProof="0" dirty="0">
                <a:solidFill>
                  <a:srgbClr val="09172C"/>
                </a:solidFill>
                <a:latin typeface="Calibri"/>
                <a:cs typeface="Calibri"/>
              </a:rPr>
              <a:t> </a:t>
            </a:r>
            <a:r>
              <a:rPr lang="en-US" sz="1100" noProof="0" dirty="0" err="1">
                <a:solidFill>
                  <a:srgbClr val="09172C"/>
                </a:solidFill>
                <a:latin typeface="Calibri"/>
                <a:cs typeface="Calibri"/>
              </a:rPr>
              <a:t>Sensiolabs</a:t>
            </a:r>
            <a:r>
              <a:rPr lang="en-US" sz="1100" spc="-20" noProof="0" dirty="0">
                <a:solidFill>
                  <a:srgbClr val="09172C"/>
                </a:solidFill>
                <a:latin typeface="Calibri"/>
                <a:cs typeface="Calibri"/>
              </a:rPr>
              <a:t> </a:t>
            </a:r>
            <a:r>
              <a:rPr lang="en-US" sz="1100" b="1" noProof="0" dirty="0">
                <a:solidFill>
                  <a:srgbClr val="09172C"/>
                </a:solidFill>
                <a:latin typeface="Calibri"/>
                <a:cs typeface="Calibri"/>
              </a:rPr>
              <a:t>|</a:t>
            </a:r>
            <a:r>
              <a:rPr lang="en-US" sz="1100" b="1" spc="-10" noProof="0" dirty="0">
                <a:solidFill>
                  <a:srgbClr val="09172C"/>
                </a:solidFill>
                <a:latin typeface="Calibri"/>
                <a:cs typeface="Calibri"/>
              </a:rPr>
              <a:t> </a:t>
            </a:r>
            <a:r>
              <a:rPr lang="en-US" sz="1100" spc="-20" noProof="0" dirty="0">
                <a:latin typeface="Calibri"/>
                <a:cs typeface="Calibri"/>
              </a:rPr>
              <a:t>2018</a:t>
            </a:r>
            <a:endParaRPr lang="en-US" sz="1100" noProof="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76576" y="753745"/>
            <a:ext cx="2939415" cy="541655"/>
            <a:chOff x="2076576" y="830580"/>
            <a:chExt cx="2939415" cy="541655"/>
          </a:xfrm>
        </p:grpSpPr>
        <p:sp>
          <p:nvSpPr>
            <p:cNvPr id="5" name="object 5"/>
            <p:cNvSpPr/>
            <p:nvPr/>
          </p:nvSpPr>
          <p:spPr>
            <a:xfrm>
              <a:off x="2076576" y="1167257"/>
              <a:ext cx="253365" cy="205104"/>
            </a:xfrm>
            <a:custGeom>
              <a:avLst/>
              <a:gdLst/>
              <a:ahLst/>
              <a:cxnLst/>
              <a:rect l="l" t="t" r="r" b="b"/>
              <a:pathLst>
                <a:path w="253364" h="205105">
                  <a:moveTo>
                    <a:pt x="0" y="0"/>
                  </a:moveTo>
                  <a:lnTo>
                    <a:pt x="250317" y="204850"/>
                  </a:lnTo>
                  <a:lnTo>
                    <a:pt x="253365" y="27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4653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2077211" y="830580"/>
              <a:ext cx="2938780" cy="338455"/>
            </a:xfrm>
            <a:custGeom>
              <a:avLst/>
              <a:gdLst/>
              <a:ahLst/>
              <a:cxnLst/>
              <a:rect l="l" t="t" r="r" b="b"/>
              <a:pathLst>
                <a:path w="2938779" h="338455">
                  <a:moveTo>
                    <a:pt x="2881884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2938272" y="338327"/>
                  </a:lnTo>
                  <a:lnTo>
                    <a:pt x="2938272" y="56388"/>
                  </a:lnTo>
                  <a:lnTo>
                    <a:pt x="2881884" y="0"/>
                  </a:lnTo>
                  <a:close/>
                </a:path>
              </a:pathLst>
            </a:custGeom>
            <a:solidFill>
              <a:srgbClr val="3A6278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25751" y="761746"/>
            <a:ext cx="2431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noProof="0" dirty="0">
                <a:solidFill>
                  <a:srgbClr val="FFFFFF"/>
                </a:solidFill>
                <a:latin typeface="Calibri"/>
                <a:cs typeface="Calibri"/>
              </a:rPr>
              <a:t>LAST</a:t>
            </a:r>
            <a:r>
              <a:rPr lang="en-US" sz="1800" b="1" spc="-10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b="1" noProof="0" dirty="0">
                <a:solidFill>
                  <a:srgbClr val="FFFFFF"/>
                </a:solidFill>
                <a:latin typeface="Calibri"/>
                <a:cs typeface="Calibri"/>
              </a:rPr>
              <a:t>TRAININGS</a:t>
            </a:r>
            <a:r>
              <a:rPr lang="en-US" sz="1800" b="1" spc="-40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b="1" noProof="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lang="en-US" sz="1800" b="1" spc="-5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b="1" spc="-20" noProof="0" dirty="0">
                <a:solidFill>
                  <a:srgbClr val="FFFFFF"/>
                </a:solidFill>
                <a:latin typeface="Calibri"/>
                <a:cs typeface="Calibri"/>
              </a:rPr>
              <a:t>CERTS</a:t>
            </a:r>
            <a:endParaRPr lang="en-US" sz="1800" noProof="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67560" y="5622290"/>
            <a:ext cx="2951480" cy="527050"/>
            <a:chOff x="2067560" y="5463540"/>
            <a:chExt cx="2951480" cy="527050"/>
          </a:xfrm>
        </p:grpSpPr>
        <p:sp>
          <p:nvSpPr>
            <p:cNvPr id="10" name="object 10"/>
            <p:cNvSpPr/>
            <p:nvPr/>
          </p:nvSpPr>
          <p:spPr>
            <a:xfrm>
              <a:off x="2080260" y="5463540"/>
              <a:ext cx="2938780" cy="317500"/>
            </a:xfrm>
            <a:custGeom>
              <a:avLst/>
              <a:gdLst/>
              <a:ahLst/>
              <a:cxnLst/>
              <a:rect l="l" t="t" r="r" b="b"/>
              <a:pathLst>
                <a:path w="2938779" h="317500">
                  <a:moveTo>
                    <a:pt x="2885440" y="0"/>
                  </a:moveTo>
                  <a:lnTo>
                    <a:pt x="0" y="0"/>
                  </a:lnTo>
                  <a:lnTo>
                    <a:pt x="0" y="316992"/>
                  </a:lnTo>
                  <a:lnTo>
                    <a:pt x="2938272" y="316992"/>
                  </a:lnTo>
                  <a:lnTo>
                    <a:pt x="2938272" y="52832"/>
                  </a:lnTo>
                  <a:lnTo>
                    <a:pt x="2885440" y="0"/>
                  </a:lnTo>
                  <a:close/>
                </a:path>
              </a:pathLst>
            </a:custGeom>
            <a:solidFill>
              <a:srgbClr val="3A6278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2067560" y="5785231"/>
              <a:ext cx="253365" cy="205104"/>
            </a:xfrm>
            <a:custGeom>
              <a:avLst/>
              <a:gdLst/>
              <a:ahLst/>
              <a:cxnLst/>
              <a:rect l="l" t="t" r="r" b="b"/>
              <a:pathLst>
                <a:path w="253364" h="205104">
                  <a:moveTo>
                    <a:pt x="0" y="0"/>
                  </a:moveTo>
                  <a:lnTo>
                    <a:pt x="250316" y="204851"/>
                  </a:lnTo>
                  <a:lnTo>
                    <a:pt x="253364" y="27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4653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2421E6B7-36B6-6D4D-D89B-D0761D205883}"/>
              </a:ext>
            </a:extLst>
          </p:cNvPr>
          <p:cNvGrpSpPr/>
          <p:nvPr/>
        </p:nvGrpSpPr>
        <p:grpSpPr>
          <a:xfrm>
            <a:off x="2064385" y="3873121"/>
            <a:ext cx="2954655" cy="546479"/>
            <a:chOff x="2064385" y="3662046"/>
            <a:chExt cx="2954655" cy="546479"/>
          </a:xfrm>
        </p:grpSpPr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0C769E73-6067-F437-6C47-835CE38C9A87}"/>
                </a:ext>
              </a:extLst>
            </p:cNvPr>
            <p:cNvGrpSpPr/>
            <p:nvPr/>
          </p:nvGrpSpPr>
          <p:grpSpPr>
            <a:xfrm>
              <a:off x="2080260" y="3662046"/>
              <a:ext cx="2938780" cy="338455"/>
              <a:chOff x="2080260" y="3666744"/>
              <a:chExt cx="2938780" cy="338455"/>
            </a:xfrm>
          </p:grpSpPr>
          <p:sp>
            <p:nvSpPr>
              <p:cNvPr id="8" name="object 8"/>
              <p:cNvSpPr/>
              <p:nvPr/>
            </p:nvSpPr>
            <p:spPr>
              <a:xfrm>
                <a:off x="2080260" y="3666744"/>
                <a:ext cx="2938780" cy="338455"/>
              </a:xfrm>
              <a:custGeom>
                <a:avLst/>
                <a:gdLst/>
                <a:ahLst/>
                <a:cxnLst/>
                <a:rect l="l" t="t" r="r" b="b"/>
                <a:pathLst>
                  <a:path w="2938779" h="338454">
                    <a:moveTo>
                      <a:pt x="2881884" y="0"/>
                    </a:moveTo>
                    <a:lnTo>
                      <a:pt x="0" y="0"/>
                    </a:lnTo>
                    <a:lnTo>
                      <a:pt x="0" y="338327"/>
                    </a:lnTo>
                    <a:lnTo>
                      <a:pt x="2938272" y="338327"/>
                    </a:lnTo>
                    <a:lnTo>
                      <a:pt x="2938272" y="56387"/>
                    </a:lnTo>
                    <a:lnTo>
                      <a:pt x="2881884" y="0"/>
                    </a:lnTo>
                    <a:close/>
                  </a:path>
                </a:pathLst>
              </a:custGeom>
              <a:solidFill>
                <a:srgbClr val="3A6278"/>
              </a:solidFill>
            </p:spPr>
            <p:txBody>
              <a:bodyPr wrap="square" lIns="0" tIns="0" rIns="0" bIns="0" rtlCol="0"/>
              <a:lstStyle/>
              <a:p>
                <a:endParaRPr lang="en-US" noProof="0" dirty="0"/>
              </a:p>
            </p:txBody>
          </p:sp>
          <p:sp>
            <p:nvSpPr>
              <p:cNvPr id="12" name="object 12"/>
              <p:cNvSpPr txBox="1"/>
              <p:nvPr/>
            </p:nvSpPr>
            <p:spPr>
              <a:xfrm>
                <a:off x="2328798" y="3674490"/>
                <a:ext cx="1149985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1800" b="1" spc="-10" noProof="0" dirty="0">
                    <a:solidFill>
                      <a:srgbClr val="FFFFFF"/>
                    </a:solidFill>
                    <a:latin typeface="Calibri"/>
                    <a:cs typeface="Calibri"/>
                  </a:rPr>
                  <a:t>EDUCATION</a:t>
                </a:r>
                <a:endParaRPr lang="en-US" sz="1800" noProof="0" dirty="0">
                  <a:latin typeface="Calibri"/>
                  <a:cs typeface="Calibri"/>
                </a:endParaRPr>
              </a:p>
            </p:txBody>
          </p:sp>
        </p:grpSp>
        <p:sp>
          <p:nvSpPr>
            <p:cNvPr id="13" name="object 13"/>
            <p:cNvSpPr/>
            <p:nvPr/>
          </p:nvSpPr>
          <p:spPr>
            <a:xfrm>
              <a:off x="2064385" y="4003421"/>
              <a:ext cx="254000" cy="205104"/>
            </a:xfrm>
            <a:custGeom>
              <a:avLst/>
              <a:gdLst/>
              <a:ahLst/>
              <a:cxnLst/>
              <a:rect l="l" t="t" r="r" b="b"/>
              <a:pathLst>
                <a:path w="254000" h="205104">
                  <a:moveTo>
                    <a:pt x="0" y="0"/>
                  </a:moveTo>
                  <a:lnTo>
                    <a:pt x="250316" y="204977"/>
                  </a:lnTo>
                  <a:lnTo>
                    <a:pt x="253491" y="27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4653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</p:grp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352" y="8752014"/>
            <a:ext cx="577118" cy="1077532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1468528" y="7689942"/>
            <a:ext cx="565203" cy="1062072"/>
            <a:chOff x="885901" y="2513125"/>
            <a:chExt cx="668655" cy="1134110"/>
          </a:xfrm>
        </p:grpSpPr>
        <p:sp>
          <p:nvSpPr>
            <p:cNvPr id="18" name="object 18"/>
            <p:cNvSpPr/>
            <p:nvPr/>
          </p:nvSpPr>
          <p:spPr>
            <a:xfrm>
              <a:off x="1066326" y="2914998"/>
              <a:ext cx="306705" cy="732155"/>
            </a:xfrm>
            <a:custGeom>
              <a:avLst/>
              <a:gdLst/>
              <a:ahLst/>
              <a:cxnLst/>
              <a:rect l="l" t="t" r="r" b="b"/>
              <a:pathLst>
                <a:path w="306705" h="732154">
                  <a:moveTo>
                    <a:pt x="306376" y="0"/>
                  </a:moveTo>
                  <a:lnTo>
                    <a:pt x="0" y="0"/>
                  </a:lnTo>
                  <a:lnTo>
                    <a:pt x="0" y="732119"/>
                  </a:lnTo>
                  <a:lnTo>
                    <a:pt x="153200" y="578604"/>
                  </a:lnTo>
                  <a:lnTo>
                    <a:pt x="306376" y="732119"/>
                  </a:lnTo>
                  <a:lnTo>
                    <a:pt x="306376" y="0"/>
                  </a:lnTo>
                  <a:close/>
                </a:path>
              </a:pathLst>
            </a:custGeom>
            <a:solidFill>
              <a:srgbClr val="CF4627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19" name="object 19"/>
            <p:cNvSpPr/>
            <p:nvPr/>
          </p:nvSpPr>
          <p:spPr>
            <a:xfrm>
              <a:off x="1079785" y="2928464"/>
              <a:ext cx="280035" cy="686435"/>
            </a:xfrm>
            <a:custGeom>
              <a:avLst/>
              <a:gdLst/>
              <a:ahLst/>
              <a:cxnLst/>
              <a:rect l="l" t="t" r="r" b="b"/>
              <a:pathLst>
                <a:path w="280034" h="686435">
                  <a:moveTo>
                    <a:pt x="152650" y="546163"/>
                  </a:moveTo>
                  <a:lnTo>
                    <a:pt x="139742" y="546163"/>
                  </a:lnTo>
                  <a:lnTo>
                    <a:pt x="279446" y="686175"/>
                  </a:lnTo>
                  <a:lnTo>
                    <a:pt x="279446" y="664183"/>
                  </a:lnTo>
                  <a:lnTo>
                    <a:pt x="270377" y="664183"/>
                  </a:lnTo>
                  <a:lnTo>
                    <a:pt x="152650" y="546163"/>
                  </a:lnTo>
                  <a:close/>
                </a:path>
                <a:path w="280034" h="686435">
                  <a:moveTo>
                    <a:pt x="279446" y="0"/>
                  </a:moveTo>
                  <a:lnTo>
                    <a:pt x="0" y="0"/>
                  </a:lnTo>
                  <a:lnTo>
                    <a:pt x="0" y="686084"/>
                  </a:lnTo>
                  <a:lnTo>
                    <a:pt x="21873" y="664182"/>
                  </a:lnTo>
                  <a:lnTo>
                    <a:pt x="9069" y="664182"/>
                  </a:lnTo>
                  <a:lnTo>
                    <a:pt x="9069" y="9078"/>
                  </a:lnTo>
                  <a:lnTo>
                    <a:pt x="279446" y="9078"/>
                  </a:lnTo>
                  <a:lnTo>
                    <a:pt x="279446" y="0"/>
                  </a:lnTo>
                  <a:close/>
                </a:path>
                <a:path w="280034" h="686435">
                  <a:moveTo>
                    <a:pt x="139742" y="533223"/>
                  </a:moveTo>
                  <a:lnTo>
                    <a:pt x="9069" y="664182"/>
                  </a:lnTo>
                  <a:lnTo>
                    <a:pt x="21873" y="664182"/>
                  </a:lnTo>
                  <a:lnTo>
                    <a:pt x="139742" y="546163"/>
                  </a:lnTo>
                  <a:lnTo>
                    <a:pt x="152650" y="546163"/>
                  </a:lnTo>
                  <a:lnTo>
                    <a:pt x="139742" y="533223"/>
                  </a:lnTo>
                  <a:close/>
                </a:path>
                <a:path w="280034" h="686435">
                  <a:moveTo>
                    <a:pt x="279446" y="9078"/>
                  </a:moveTo>
                  <a:lnTo>
                    <a:pt x="270377" y="9078"/>
                  </a:lnTo>
                  <a:lnTo>
                    <a:pt x="270377" y="664183"/>
                  </a:lnTo>
                  <a:lnTo>
                    <a:pt x="279446" y="664183"/>
                  </a:lnTo>
                  <a:lnTo>
                    <a:pt x="279446" y="9078"/>
                  </a:lnTo>
                  <a:close/>
                </a:path>
              </a:pathLst>
            </a:custGeom>
            <a:solidFill>
              <a:srgbClr val="E1907C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20" name="object 20"/>
            <p:cNvSpPr/>
            <p:nvPr/>
          </p:nvSpPr>
          <p:spPr>
            <a:xfrm>
              <a:off x="885901" y="2513125"/>
              <a:ext cx="668655" cy="669290"/>
            </a:xfrm>
            <a:custGeom>
              <a:avLst/>
              <a:gdLst/>
              <a:ahLst/>
              <a:cxnLst/>
              <a:rect l="l" t="t" r="r" b="b"/>
              <a:pathLst>
                <a:path w="668655" h="669289">
                  <a:moveTo>
                    <a:pt x="356952" y="0"/>
                  </a:moveTo>
                  <a:lnTo>
                    <a:pt x="310299" y="0"/>
                  </a:lnTo>
                  <a:lnTo>
                    <a:pt x="264012" y="6482"/>
                  </a:lnTo>
                  <a:lnTo>
                    <a:pt x="218822" y="19447"/>
                  </a:lnTo>
                  <a:lnTo>
                    <a:pt x="175460" y="38894"/>
                  </a:lnTo>
                  <a:lnTo>
                    <a:pt x="134658" y="64824"/>
                  </a:lnTo>
                  <a:lnTo>
                    <a:pt x="97146" y="97236"/>
                  </a:lnTo>
                  <a:lnTo>
                    <a:pt x="64765" y="134781"/>
                  </a:lnTo>
                  <a:lnTo>
                    <a:pt x="38860" y="175622"/>
                  </a:lnTo>
                  <a:lnTo>
                    <a:pt x="19430" y="219027"/>
                  </a:lnTo>
                  <a:lnTo>
                    <a:pt x="6477" y="264262"/>
                  </a:lnTo>
                  <a:lnTo>
                    <a:pt x="0" y="310597"/>
                  </a:lnTo>
                  <a:lnTo>
                    <a:pt x="0" y="357298"/>
                  </a:lnTo>
                  <a:lnTo>
                    <a:pt x="6475" y="403634"/>
                  </a:lnTo>
                  <a:lnTo>
                    <a:pt x="19427" y="448872"/>
                  </a:lnTo>
                  <a:lnTo>
                    <a:pt x="38854" y="492279"/>
                  </a:lnTo>
                  <a:lnTo>
                    <a:pt x="64759" y="533124"/>
                  </a:lnTo>
                  <a:lnTo>
                    <a:pt x="97139" y="570674"/>
                  </a:lnTo>
                  <a:lnTo>
                    <a:pt x="137304" y="604976"/>
                  </a:lnTo>
                  <a:lnTo>
                    <a:pt x="181934" y="632304"/>
                  </a:lnTo>
                  <a:lnTo>
                    <a:pt x="230131" y="652287"/>
                  </a:lnTo>
                  <a:lnTo>
                    <a:pt x="280995" y="664550"/>
                  </a:lnTo>
                  <a:lnTo>
                    <a:pt x="333626" y="668721"/>
                  </a:lnTo>
                  <a:lnTo>
                    <a:pt x="383047" y="665091"/>
                  </a:lnTo>
                  <a:lnTo>
                    <a:pt x="430217" y="654548"/>
                  </a:lnTo>
                  <a:lnTo>
                    <a:pt x="474617" y="637609"/>
                  </a:lnTo>
                  <a:lnTo>
                    <a:pt x="515731" y="614792"/>
                  </a:lnTo>
                  <a:lnTo>
                    <a:pt x="553042" y="586614"/>
                  </a:lnTo>
                  <a:lnTo>
                    <a:pt x="586031" y="553594"/>
                  </a:lnTo>
                  <a:lnTo>
                    <a:pt x="614184" y="516248"/>
                  </a:lnTo>
                  <a:lnTo>
                    <a:pt x="636981" y="475096"/>
                  </a:lnTo>
                  <a:lnTo>
                    <a:pt x="653906" y="430654"/>
                  </a:lnTo>
                  <a:lnTo>
                    <a:pt x="664443" y="383441"/>
                  </a:lnTo>
                  <a:lnTo>
                    <a:pt x="668074" y="333974"/>
                  </a:lnTo>
                  <a:lnTo>
                    <a:pt x="663907" y="281283"/>
                  </a:lnTo>
                  <a:lnTo>
                    <a:pt x="651655" y="230366"/>
                  </a:lnTo>
                  <a:lnTo>
                    <a:pt x="631690" y="182120"/>
                  </a:lnTo>
                  <a:lnTo>
                    <a:pt x="604383" y="137445"/>
                  </a:lnTo>
                  <a:lnTo>
                    <a:pt x="570107" y="97236"/>
                  </a:lnTo>
                  <a:lnTo>
                    <a:pt x="532595" y="64824"/>
                  </a:lnTo>
                  <a:lnTo>
                    <a:pt x="491792" y="38894"/>
                  </a:lnTo>
                  <a:lnTo>
                    <a:pt x="448430" y="19447"/>
                  </a:lnTo>
                  <a:lnTo>
                    <a:pt x="403240" y="6482"/>
                  </a:lnTo>
                  <a:lnTo>
                    <a:pt x="356952" y="0"/>
                  </a:lnTo>
                  <a:close/>
                </a:path>
              </a:pathLst>
            </a:custGeom>
            <a:solidFill>
              <a:srgbClr val="CF4627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21" name="object 21"/>
            <p:cNvSpPr/>
            <p:nvPr/>
          </p:nvSpPr>
          <p:spPr>
            <a:xfrm>
              <a:off x="890079" y="2516326"/>
              <a:ext cx="659130" cy="661670"/>
            </a:xfrm>
            <a:custGeom>
              <a:avLst/>
              <a:gdLst/>
              <a:ahLst/>
              <a:cxnLst/>
              <a:rect l="l" t="t" r="r" b="b"/>
              <a:pathLst>
                <a:path w="659130" h="661669">
                  <a:moveTo>
                    <a:pt x="67995" y="278333"/>
                  </a:moveTo>
                  <a:lnTo>
                    <a:pt x="63944" y="272453"/>
                  </a:lnTo>
                  <a:lnTo>
                    <a:pt x="57823" y="271297"/>
                  </a:lnTo>
                  <a:lnTo>
                    <a:pt x="51663" y="270141"/>
                  </a:lnTo>
                  <a:lnTo>
                    <a:pt x="45745" y="274205"/>
                  </a:lnTo>
                  <a:lnTo>
                    <a:pt x="43434" y="286524"/>
                  </a:lnTo>
                  <a:lnTo>
                    <a:pt x="47485" y="292455"/>
                  </a:lnTo>
                  <a:lnTo>
                    <a:pt x="59791" y="294767"/>
                  </a:lnTo>
                  <a:lnTo>
                    <a:pt x="65722" y="290703"/>
                  </a:lnTo>
                  <a:lnTo>
                    <a:pt x="67995" y="278333"/>
                  </a:lnTo>
                  <a:close/>
                </a:path>
                <a:path w="659130" h="661669">
                  <a:moveTo>
                    <a:pt x="68237" y="383324"/>
                  </a:moveTo>
                  <a:lnTo>
                    <a:pt x="65963" y="370928"/>
                  </a:lnTo>
                  <a:lnTo>
                    <a:pt x="60096" y="366890"/>
                  </a:lnTo>
                  <a:lnTo>
                    <a:pt x="53962" y="367982"/>
                  </a:lnTo>
                  <a:lnTo>
                    <a:pt x="47802" y="369100"/>
                  </a:lnTo>
                  <a:lnTo>
                    <a:pt x="43700" y="374992"/>
                  </a:lnTo>
                  <a:lnTo>
                    <a:pt x="45923" y="387324"/>
                  </a:lnTo>
                  <a:lnTo>
                    <a:pt x="51816" y="391439"/>
                  </a:lnTo>
                  <a:lnTo>
                    <a:pt x="64135" y="389216"/>
                  </a:lnTo>
                  <a:lnTo>
                    <a:pt x="68237" y="383324"/>
                  </a:lnTo>
                  <a:close/>
                </a:path>
                <a:path w="659130" h="661669">
                  <a:moveTo>
                    <a:pt x="101803" y="469531"/>
                  </a:moveTo>
                  <a:lnTo>
                    <a:pt x="98628" y="463981"/>
                  </a:lnTo>
                  <a:lnTo>
                    <a:pt x="95389" y="458749"/>
                  </a:lnTo>
                  <a:lnTo>
                    <a:pt x="88620" y="456946"/>
                  </a:lnTo>
                  <a:lnTo>
                    <a:pt x="83210" y="459905"/>
                  </a:lnTo>
                  <a:lnTo>
                    <a:pt x="77787" y="463016"/>
                  </a:lnTo>
                  <a:lnTo>
                    <a:pt x="75907" y="469963"/>
                  </a:lnTo>
                  <a:lnTo>
                    <a:pt x="82143" y="480834"/>
                  </a:lnTo>
                  <a:lnTo>
                    <a:pt x="89077" y="482714"/>
                  </a:lnTo>
                  <a:lnTo>
                    <a:pt x="99936" y="476465"/>
                  </a:lnTo>
                  <a:lnTo>
                    <a:pt x="101803" y="469531"/>
                  </a:lnTo>
                  <a:close/>
                </a:path>
                <a:path w="659130" h="661669">
                  <a:moveTo>
                    <a:pt x="101904" y="192201"/>
                  </a:moveTo>
                  <a:lnTo>
                    <a:pt x="100101" y="185242"/>
                  </a:lnTo>
                  <a:lnTo>
                    <a:pt x="89319" y="178879"/>
                  </a:lnTo>
                  <a:lnTo>
                    <a:pt x="82372" y="180682"/>
                  </a:lnTo>
                  <a:lnTo>
                    <a:pt x="75984" y="191503"/>
                  </a:lnTo>
                  <a:lnTo>
                    <a:pt x="77724" y="198361"/>
                  </a:lnTo>
                  <a:lnTo>
                    <a:pt x="83210" y="201625"/>
                  </a:lnTo>
                  <a:lnTo>
                    <a:pt x="88607" y="204800"/>
                  </a:lnTo>
                  <a:lnTo>
                    <a:pt x="95554" y="202996"/>
                  </a:lnTo>
                  <a:lnTo>
                    <a:pt x="101904" y="192201"/>
                  </a:lnTo>
                  <a:close/>
                </a:path>
                <a:path w="659130" h="661669">
                  <a:moveTo>
                    <a:pt x="163474" y="546582"/>
                  </a:moveTo>
                  <a:lnTo>
                    <a:pt x="162902" y="539407"/>
                  </a:lnTo>
                  <a:lnTo>
                    <a:pt x="158038" y="535254"/>
                  </a:lnTo>
                  <a:lnTo>
                    <a:pt x="153492" y="531228"/>
                  </a:lnTo>
                  <a:lnTo>
                    <a:pt x="146532" y="531660"/>
                  </a:lnTo>
                  <a:lnTo>
                    <a:pt x="142163" y="536613"/>
                  </a:lnTo>
                  <a:lnTo>
                    <a:pt x="138099" y="541375"/>
                  </a:lnTo>
                  <a:lnTo>
                    <a:pt x="138671" y="548551"/>
                  </a:lnTo>
                  <a:lnTo>
                    <a:pt x="148196" y="556679"/>
                  </a:lnTo>
                  <a:lnTo>
                    <a:pt x="155346" y="556107"/>
                  </a:lnTo>
                  <a:lnTo>
                    <a:pt x="163474" y="546582"/>
                  </a:lnTo>
                  <a:close/>
                </a:path>
                <a:path w="659130" h="661669">
                  <a:moveTo>
                    <a:pt x="163487" y="115316"/>
                  </a:moveTo>
                  <a:lnTo>
                    <a:pt x="159397" y="110375"/>
                  </a:lnTo>
                  <a:lnTo>
                    <a:pt x="155371" y="105651"/>
                  </a:lnTo>
                  <a:lnTo>
                    <a:pt x="148297" y="105054"/>
                  </a:lnTo>
                  <a:lnTo>
                    <a:pt x="143522" y="109016"/>
                  </a:lnTo>
                  <a:lnTo>
                    <a:pt x="138709" y="113030"/>
                  </a:lnTo>
                  <a:lnTo>
                    <a:pt x="138049" y="120180"/>
                  </a:lnTo>
                  <a:lnTo>
                    <a:pt x="146050" y="129819"/>
                  </a:lnTo>
                  <a:lnTo>
                    <a:pt x="153200" y="130492"/>
                  </a:lnTo>
                  <a:lnTo>
                    <a:pt x="162826" y="122466"/>
                  </a:lnTo>
                  <a:lnTo>
                    <a:pt x="163487" y="115316"/>
                  </a:lnTo>
                  <a:close/>
                </a:path>
                <a:path w="659130" h="661669">
                  <a:moveTo>
                    <a:pt x="245681" y="585787"/>
                  </a:moveTo>
                  <a:lnTo>
                    <a:pt x="240614" y="580720"/>
                  </a:lnTo>
                  <a:lnTo>
                    <a:pt x="228092" y="580720"/>
                  </a:lnTo>
                  <a:lnTo>
                    <a:pt x="223012" y="585787"/>
                  </a:lnTo>
                  <a:lnTo>
                    <a:pt x="223012" y="598322"/>
                  </a:lnTo>
                  <a:lnTo>
                    <a:pt x="228092" y="603415"/>
                  </a:lnTo>
                  <a:lnTo>
                    <a:pt x="240614" y="603415"/>
                  </a:lnTo>
                  <a:lnTo>
                    <a:pt x="245681" y="598322"/>
                  </a:lnTo>
                  <a:lnTo>
                    <a:pt x="245681" y="592061"/>
                  </a:lnTo>
                  <a:lnTo>
                    <a:pt x="245681" y="585787"/>
                  </a:lnTo>
                  <a:close/>
                </a:path>
                <a:path w="659130" h="661669">
                  <a:moveTo>
                    <a:pt x="247230" y="71348"/>
                  </a:moveTo>
                  <a:lnTo>
                    <a:pt x="242976" y="59537"/>
                  </a:lnTo>
                  <a:lnTo>
                    <a:pt x="236486" y="56502"/>
                  </a:lnTo>
                  <a:lnTo>
                    <a:pt x="224713" y="60756"/>
                  </a:lnTo>
                  <a:lnTo>
                    <a:pt x="221653" y="67259"/>
                  </a:lnTo>
                  <a:lnTo>
                    <a:pt x="223786" y="73164"/>
                  </a:lnTo>
                  <a:lnTo>
                    <a:pt x="225755" y="78968"/>
                  </a:lnTo>
                  <a:lnTo>
                    <a:pt x="232016" y="82105"/>
                  </a:lnTo>
                  <a:lnTo>
                    <a:pt x="238290" y="79971"/>
                  </a:lnTo>
                  <a:lnTo>
                    <a:pt x="244195" y="77851"/>
                  </a:lnTo>
                  <a:lnTo>
                    <a:pt x="247230" y="71348"/>
                  </a:lnTo>
                  <a:close/>
                </a:path>
                <a:path w="659130" h="661669">
                  <a:moveTo>
                    <a:pt x="340779" y="602526"/>
                  </a:moveTo>
                  <a:lnTo>
                    <a:pt x="335699" y="597433"/>
                  </a:lnTo>
                  <a:lnTo>
                    <a:pt x="329438" y="597433"/>
                  </a:lnTo>
                  <a:lnTo>
                    <a:pt x="323189" y="597433"/>
                  </a:lnTo>
                  <a:lnTo>
                    <a:pt x="318109" y="602526"/>
                  </a:lnTo>
                  <a:lnTo>
                    <a:pt x="318109" y="615061"/>
                  </a:lnTo>
                  <a:lnTo>
                    <a:pt x="323189" y="620128"/>
                  </a:lnTo>
                  <a:lnTo>
                    <a:pt x="335699" y="620128"/>
                  </a:lnTo>
                  <a:lnTo>
                    <a:pt x="340779" y="615061"/>
                  </a:lnTo>
                  <a:lnTo>
                    <a:pt x="340779" y="602526"/>
                  </a:lnTo>
                  <a:close/>
                </a:path>
                <a:path w="659130" h="661669">
                  <a:moveTo>
                    <a:pt x="340779" y="46469"/>
                  </a:moveTo>
                  <a:lnTo>
                    <a:pt x="335699" y="41389"/>
                  </a:lnTo>
                  <a:lnTo>
                    <a:pt x="323189" y="41389"/>
                  </a:lnTo>
                  <a:lnTo>
                    <a:pt x="318109" y="46469"/>
                  </a:lnTo>
                  <a:lnTo>
                    <a:pt x="318109" y="59016"/>
                  </a:lnTo>
                  <a:lnTo>
                    <a:pt x="323189" y="64084"/>
                  </a:lnTo>
                  <a:lnTo>
                    <a:pt x="335699" y="64084"/>
                  </a:lnTo>
                  <a:lnTo>
                    <a:pt x="340779" y="59016"/>
                  </a:lnTo>
                  <a:lnTo>
                    <a:pt x="340779" y="52730"/>
                  </a:lnTo>
                  <a:lnTo>
                    <a:pt x="340779" y="46469"/>
                  </a:lnTo>
                  <a:close/>
                </a:path>
                <a:path w="659130" h="661669">
                  <a:moveTo>
                    <a:pt x="437235" y="594258"/>
                  </a:moveTo>
                  <a:lnTo>
                    <a:pt x="435102" y="588378"/>
                  </a:lnTo>
                  <a:lnTo>
                    <a:pt x="433209" y="582587"/>
                  </a:lnTo>
                  <a:lnTo>
                    <a:pt x="427012" y="579437"/>
                  </a:lnTo>
                  <a:lnTo>
                    <a:pt x="420585" y="581545"/>
                  </a:lnTo>
                  <a:lnTo>
                    <a:pt x="414693" y="583692"/>
                  </a:lnTo>
                  <a:lnTo>
                    <a:pt x="411645" y="590194"/>
                  </a:lnTo>
                  <a:lnTo>
                    <a:pt x="415899" y="601980"/>
                  </a:lnTo>
                  <a:lnTo>
                    <a:pt x="422402" y="605028"/>
                  </a:lnTo>
                  <a:lnTo>
                    <a:pt x="434174" y="600760"/>
                  </a:lnTo>
                  <a:lnTo>
                    <a:pt x="437235" y="594258"/>
                  </a:lnTo>
                  <a:close/>
                </a:path>
                <a:path w="659130" h="661669">
                  <a:moveTo>
                    <a:pt x="437235" y="67500"/>
                  </a:moveTo>
                  <a:lnTo>
                    <a:pt x="434174" y="60998"/>
                  </a:lnTo>
                  <a:lnTo>
                    <a:pt x="422414" y="56730"/>
                  </a:lnTo>
                  <a:lnTo>
                    <a:pt x="415925" y="59766"/>
                  </a:lnTo>
                  <a:lnTo>
                    <a:pt x="411645" y="71577"/>
                  </a:lnTo>
                  <a:lnTo>
                    <a:pt x="414693" y="78079"/>
                  </a:lnTo>
                  <a:lnTo>
                    <a:pt x="426466" y="82334"/>
                  </a:lnTo>
                  <a:lnTo>
                    <a:pt x="432968" y="79286"/>
                  </a:lnTo>
                  <a:lnTo>
                    <a:pt x="437235" y="67500"/>
                  </a:lnTo>
                  <a:close/>
                </a:path>
                <a:path w="659130" h="661669">
                  <a:moveTo>
                    <a:pt x="520573" y="120345"/>
                  </a:moveTo>
                  <a:lnTo>
                    <a:pt x="520014" y="113182"/>
                  </a:lnTo>
                  <a:lnTo>
                    <a:pt x="515137" y="109016"/>
                  </a:lnTo>
                  <a:lnTo>
                    <a:pt x="510374" y="105054"/>
                  </a:lnTo>
                  <a:lnTo>
                    <a:pt x="503288" y="105651"/>
                  </a:lnTo>
                  <a:lnTo>
                    <a:pt x="499262" y="110388"/>
                  </a:lnTo>
                  <a:lnTo>
                    <a:pt x="495198" y="115150"/>
                  </a:lnTo>
                  <a:lnTo>
                    <a:pt x="495769" y="122313"/>
                  </a:lnTo>
                  <a:lnTo>
                    <a:pt x="505294" y="130454"/>
                  </a:lnTo>
                  <a:lnTo>
                    <a:pt x="512457" y="129882"/>
                  </a:lnTo>
                  <a:lnTo>
                    <a:pt x="520573" y="120345"/>
                  </a:lnTo>
                  <a:close/>
                </a:path>
                <a:path w="659130" h="661669">
                  <a:moveTo>
                    <a:pt x="520827" y="541324"/>
                  </a:moveTo>
                  <a:lnTo>
                    <a:pt x="516724" y="536384"/>
                  </a:lnTo>
                  <a:lnTo>
                    <a:pt x="512699" y="531660"/>
                  </a:lnTo>
                  <a:lnTo>
                    <a:pt x="505625" y="531050"/>
                  </a:lnTo>
                  <a:lnTo>
                    <a:pt x="500849" y="535025"/>
                  </a:lnTo>
                  <a:lnTo>
                    <a:pt x="496036" y="539038"/>
                  </a:lnTo>
                  <a:lnTo>
                    <a:pt x="495376" y="546188"/>
                  </a:lnTo>
                  <a:lnTo>
                    <a:pt x="503377" y="555828"/>
                  </a:lnTo>
                  <a:lnTo>
                    <a:pt x="510527" y="556488"/>
                  </a:lnTo>
                  <a:lnTo>
                    <a:pt x="520166" y="548474"/>
                  </a:lnTo>
                  <a:lnTo>
                    <a:pt x="520827" y="541324"/>
                  </a:lnTo>
                  <a:close/>
                </a:path>
                <a:path w="659130" h="661669">
                  <a:moveTo>
                    <a:pt x="582904" y="470014"/>
                  </a:moveTo>
                  <a:lnTo>
                    <a:pt x="581152" y="463156"/>
                  </a:lnTo>
                  <a:lnTo>
                    <a:pt x="575678" y="459905"/>
                  </a:lnTo>
                  <a:lnTo>
                    <a:pt x="570268" y="456717"/>
                  </a:lnTo>
                  <a:lnTo>
                    <a:pt x="563333" y="458520"/>
                  </a:lnTo>
                  <a:lnTo>
                    <a:pt x="556983" y="469341"/>
                  </a:lnTo>
                  <a:lnTo>
                    <a:pt x="558774" y="476275"/>
                  </a:lnTo>
                  <a:lnTo>
                    <a:pt x="569569" y="482638"/>
                  </a:lnTo>
                  <a:lnTo>
                    <a:pt x="576516" y="480834"/>
                  </a:lnTo>
                  <a:lnTo>
                    <a:pt x="582904" y="470014"/>
                  </a:lnTo>
                  <a:close/>
                </a:path>
                <a:path w="659130" h="661669">
                  <a:moveTo>
                    <a:pt x="582930" y="191503"/>
                  </a:moveTo>
                  <a:lnTo>
                    <a:pt x="579755" y="185966"/>
                  </a:lnTo>
                  <a:lnTo>
                    <a:pt x="576592" y="180606"/>
                  </a:lnTo>
                  <a:lnTo>
                    <a:pt x="569722" y="178777"/>
                  </a:lnTo>
                  <a:lnTo>
                    <a:pt x="564337" y="181876"/>
                  </a:lnTo>
                  <a:lnTo>
                    <a:pt x="558914" y="185000"/>
                  </a:lnTo>
                  <a:lnTo>
                    <a:pt x="557047" y="191935"/>
                  </a:lnTo>
                  <a:lnTo>
                    <a:pt x="563283" y="202806"/>
                  </a:lnTo>
                  <a:lnTo>
                    <a:pt x="570217" y="204685"/>
                  </a:lnTo>
                  <a:lnTo>
                    <a:pt x="581063" y="198437"/>
                  </a:lnTo>
                  <a:lnTo>
                    <a:pt x="582930" y="191503"/>
                  </a:lnTo>
                  <a:close/>
                </a:path>
                <a:path w="659130" h="661669">
                  <a:moveTo>
                    <a:pt x="614438" y="276136"/>
                  </a:moveTo>
                  <a:lnTo>
                    <a:pt x="609358" y="271056"/>
                  </a:lnTo>
                  <a:lnTo>
                    <a:pt x="596849" y="271056"/>
                  </a:lnTo>
                  <a:lnTo>
                    <a:pt x="591769" y="276136"/>
                  </a:lnTo>
                  <a:lnTo>
                    <a:pt x="591769" y="288658"/>
                  </a:lnTo>
                  <a:lnTo>
                    <a:pt x="596849" y="293751"/>
                  </a:lnTo>
                  <a:lnTo>
                    <a:pt x="609358" y="293751"/>
                  </a:lnTo>
                  <a:lnTo>
                    <a:pt x="614438" y="288658"/>
                  </a:lnTo>
                  <a:lnTo>
                    <a:pt x="614438" y="282397"/>
                  </a:lnTo>
                  <a:lnTo>
                    <a:pt x="614438" y="276136"/>
                  </a:lnTo>
                  <a:close/>
                </a:path>
                <a:path w="659130" h="661669">
                  <a:moveTo>
                    <a:pt x="615353" y="375437"/>
                  </a:moveTo>
                  <a:lnTo>
                    <a:pt x="611644" y="369493"/>
                  </a:lnTo>
                  <a:lnTo>
                    <a:pt x="604926" y="367982"/>
                  </a:lnTo>
                  <a:lnTo>
                    <a:pt x="598766" y="366852"/>
                  </a:lnTo>
                  <a:lnTo>
                    <a:pt x="592848" y="370928"/>
                  </a:lnTo>
                  <a:lnTo>
                    <a:pt x="590600" y="383260"/>
                  </a:lnTo>
                  <a:lnTo>
                    <a:pt x="594677" y="389178"/>
                  </a:lnTo>
                  <a:lnTo>
                    <a:pt x="606920" y="391439"/>
                  </a:lnTo>
                  <a:lnTo>
                    <a:pt x="612775" y="387438"/>
                  </a:lnTo>
                  <a:lnTo>
                    <a:pt x="613994" y="381368"/>
                  </a:lnTo>
                  <a:lnTo>
                    <a:pt x="615353" y="375437"/>
                  </a:lnTo>
                  <a:close/>
                </a:path>
                <a:path w="659130" h="661669">
                  <a:moveTo>
                    <a:pt x="658660" y="365760"/>
                  </a:moveTo>
                  <a:lnTo>
                    <a:pt x="633945" y="367030"/>
                  </a:lnTo>
                  <a:lnTo>
                    <a:pt x="624649" y="331470"/>
                  </a:lnTo>
                  <a:lnTo>
                    <a:pt x="633717" y="295910"/>
                  </a:lnTo>
                  <a:lnTo>
                    <a:pt x="658431" y="297180"/>
                  </a:lnTo>
                  <a:lnTo>
                    <a:pt x="658279" y="295910"/>
                  </a:lnTo>
                  <a:lnTo>
                    <a:pt x="656615" y="281940"/>
                  </a:lnTo>
                  <a:lnTo>
                    <a:pt x="655256" y="274320"/>
                  </a:lnTo>
                  <a:lnTo>
                    <a:pt x="653897" y="265430"/>
                  </a:lnTo>
                  <a:lnTo>
                    <a:pt x="652830" y="260350"/>
                  </a:lnTo>
                  <a:lnTo>
                    <a:pt x="652310" y="257810"/>
                  </a:lnTo>
                  <a:lnTo>
                    <a:pt x="650265" y="250190"/>
                  </a:lnTo>
                  <a:lnTo>
                    <a:pt x="627595" y="260350"/>
                  </a:lnTo>
                  <a:lnTo>
                    <a:pt x="623963" y="254990"/>
                  </a:lnTo>
                  <a:lnTo>
                    <a:pt x="623963" y="331470"/>
                  </a:lnTo>
                  <a:lnTo>
                    <a:pt x="619658" y="382270"/>
                  </a:lnTo>
                  <a:lnTo>
                    <a:pt x="610476" y="420370"/>
                  </a:lnTo>
                  <a:lnTo>
                    <a:pt x="596404" y="455930"/>
                  </a:lnTo>
                  <a:lnTo>
                    <a:pt x="577837" y="490220"/>
                  </a:lnTo>
                  <a:lnTo>
                    <a:pt x="546582" y="530860"/>
                  </a:lnTo>
                  <a:lnTo>
                    <a:pt x="518756" y="557530"/>
                  </a:lnTo>
                  <a:lnTo>
                    <a:pt x="487591" y="580390"/>
                  </a:lnTo>
                  <a:lnTo>
                    <a:pt x="453834" y="598170"/>
                  </a:lnTo>
                  <a:lnTo>
                    <a:pt x="393065" y="619760"/>
                  </a:lnTo>
                  <a:lnTo>
                    <a:pt x="355028" y="624840"/>
                  </a:lnTo>
                  <a:lnTo>
                    <a:pt x="329438" y="626110"/>
                  </a:lnTo>
                  <a:lnTo>
                    <a:pt x="303860" y="624840"/>
                  </a:lnTo>
                  <a:lnTo>
                    <a:pt x="265811" y="619760"/>
                  </a:lnTo>
                  <a:lnTo>
                    <a:pt x="228777" y="608330"/>
                  </a:lnTo>
                  <a:lnTo>
                    <a:pt x="193535" y="593090"/>
                  </a:lnTo>
                  <a:lnTo>
                    <a:pt x="160680" y="572770"/>
                  </a:lnTo>
                  <a:lnTo>
                    <a:pt x="121424" y="539750"/>
                  </a:lnTo>
                  <a:lnTo>
                    <a:pt x="88468" y="500380"/>
                  </a:lnTo>
                  <a:lnTo>
                    <a:pt x="68402" y="467360"/>
                  </a:lnTo>
                  <a:lnTo>
                    <a:pt x="48907" y="420370"/>
                  </a:lnTo>
                  <a:lnTo>
                    <a:pt x="37680" y="367030"/>
                  </a:lnTo>
                  <a:lnTo>
                    <a:pt x="36449" y="356870"/>
                  </a:lnTo>
                  <a:lnTo>
                    <a:pt x="35369" y="331470"/>
                  </a:lnTo>
                  <a:lnTo>
                    <a:pt x="36449" y="306070"/>
                  </a:lnTo>
                  <a:lnTo>
                    <a:pt x="37744" y="295910"/>
                  </a:lnTo>
                  <a:lnTo>
                    <a:pt x="39674" y="280670"/>
                  </a:lnTo>
                  <a:lnTo>
                    <a:pt x="42138" y="267970"/>
                  </a:lnTo>
                  <a:lnTo>
                    <a:pt x="43967" y="260350"/>
                  </a:lnTo>
                  <a:lnTo>
                    <a:pt x="45186" y="255270"/>
                  </a:lnTo>
                  <a:lnTo>
                    <a:pt x="57734" y="218440"/>
                  </a:lnTo>
                  <a:lnTo>
                    <a:pt x="74599" y="184150"/>
                  </a:lnTo>
                  <a:lnTo>
                    <a:pt x="96100" y="152400"/>
                  </a:lnTo>
                  <a:lnTo>
                    <a:pt x="121399" y="123190"/>
                  </a:lnTo>
                  <a:lnTo>
                    <a:pt x="150393" y="97790"/>
                  </a:lnTo>
                  <a:lnTo>
                    <a:pt x="167932" y="85090"/>
                  </a:lnTo>
                  <a:lnTo>
                    <a:pt x="171500" y="82550"/>
                  </a:lnTo>
                  <a:lnTo>
                    <a:pt x="182524" y="76200"/>
                  </a:lnTo>
                  <a:lnTo>
                    <a:pt x="193763" y="69850"/>
                  </a:lnTo>
                  <a:lnTo>
                    <a:pt x="205282" y="64770"/>
                  </a:lnTo>
                  <a:lnTo>
                    <a:pt x="217030" y="58420"/>
                  </a:lnTo>
                  <a:lnTo>
                    <a:pt x="266039" y="43180"/>
                  </a:lnTo>
                  <a:lnTo>
                    <a:pt x="278650" y="40640"/>
                  </a:lnTo>
                  <a:lnTo>
                    <a:pt x="304025" y="38100"/>
                  </a:lnTo>
                  <a:lnTo>
                    <a:pt x="329552" y="36830"/>
                  </a:lnTo>
                  <a:lnTo>
                    <a:pt x="355079" y="38100"/>
                  </a:lnTo>
                  <a:lnTo>
                    <a:pt x="380453" y="40640"/>
                  </a:lnTo>
                  <a:lnTo>
                    <a:pt x="393128" y="43180"/>
                  </a:lnTo>
                  <a:lnTo>
                    <a:pt x="442290" y="58420"/>
                  </a:lnTo>
                  <a:lnTo>
                    <a:pt x="454037" y="64770"/>
                  </a:lnTo>
                  <a:lnTo>
                    <a:pt x="465556" y="69850"/>
                  </a:lnTo>
                  <a:lnTo>
                    <a:pt x="498589" y="90170"/>
                  </a:lnTo>
                  <a:lnTo>
                    <a:pt x="528624" y="114300"/>
                  </a:lnTo>
                  <a:lnTo>
                    <a:pt x="555269" y="142240"/>
                  </a:lnTo>
                  <a:lnTo>
                    <a:pt x="584746" y="184150"/>
                  </a:lnTo>
                  <a:lnTo>
                    <a:pt x="601713" y="218440"/>
                  </a:lnTo>
                  <a:lnTo>
                    <a:pt x="614019" y="255270"/>
                  </a:lnTo>
                  <a:lnTo>
                    <a:pt x="622884" y="306070"/>
                  </a:lnTo>
                  <a:lnTo>
                    <a:pt x="623963" y="331470"/>
                  </a:lnTo>
                  <a:lnTo>
                    <a:pt x="623963" y="254990"/>
                  </a:lnTo>
                  <a:lnTo>
                    <a:pt x="606958" y="229870"/>
                  </a:lnTo>
                  <a:lnTo>
                    <a:pt x="603338" y="194310"/>
                  </a:lnTo>
                  <a:lnTo>
                    <a:pt x="627138" y="186690"/>
                  </a:lnTo>
                  <a:lnTo>
                    <a:pt x="623735" y="180340"/>
                  </a:lnTo>
                  <a:lnTo>
                    <a:pt x="616026" y="165100"/>
                  </a:lnTo>
                  <a:lnTo>
                    <a:pt x="615797" y="165100"/>
                  </a:lnTo>
                  <a:lnTo>
                    <a:pt x="614172" y="162560"/>
                  </a:lnTo>
                  <a:lnTo>
                    <a:pt x="607644" y="152400"/>
                  </a:lnTo>
                  <a:lnTo>
                    <a:pt x="603110" y="144780"/>
                  </a:lnTo>
                  <a:lnTo>
                    <a:pt x="585190" y="162560"/>
                  </a:lnTo>
                  <a:lnTo>
                    <a:pt x="555498" y="140970"/>
                  </a:lnTo>
                  <a:lnTo>
                    <a:pt x="539851" y="107950"/>
                  </a:lnTo>
                  <a:lnTo>
                    <a:pt x="559803" y="92710"/>
                  </a:lnTo>
                  <a:lnTo>
                    <a:pt x="554126" y="87630"/>
                  </a:lnTo>
                  <a:lnTo>
                    <a:pt x="551180" y="85090"/>
                  </a:lnTo>
                  <a:lnTo>
                    <a:pt x="548233" y="82550"/>
                  </a:lnTo>
                  <a:lnTo>
                    <a:pt x="529869" y="67310"/>
                  </a:lnTo>
                  <a:lnTo>
                    <a:pt x="523290" y="62230"/>
                  </a:lnTo>
                  <a:lnTo>
                    <a:pt x="512191" y="85090"/>
                  </a:lnTo>
                  <a:lnTo>
                    <a:pt x="477050" y="74930"/>
                  </a:lnTo>
                  <a:lnTo>
                    <a:pt x="450964" y="49530"/>
                  </a:lnTo>
                  <a:lnTo>
                    <a:pt x="456920" y="40640"/>
                  </a:lnTo>
                  <a:lnTo>
                    <a:pt x="464578" y="29210"/>
                  </a:lnTo>
                  <a:lnTo>
                    <a:pt x="450062" y="22860"/>
                  </a:lnTo>
                  <a:lnTo>
                    <a:pt x="442582" y="20320"/>
                  </a:lnTo>
                  <a:lnTo>
                    <a:pt x="442353" y="20320"/>
                  </a:lnTo>
                  <a:lnTo>
                    <a:pt x="434873" y="16510"/>
                  </a:lnTo>
                  <a:lnTo>
                    <a:pt x="427393" y="13970"/>
                  </a:lnTo>
                  <a:lnTo>
                    <a:pt x="419684" y="12700"/>
                  </a:lnTo>
                  <a:lnTo>
                    <a:pt x="416953" y="36830"/>
                  </a:lnTo>
                  <a:lnTo>
                    <a:pt x="380682" y="40640"/>
                  </a:lnTo>
                  <a:lnTo>
                    <a:pt x="372402" y="36830"/>
                  </a:lnTo>
                  <a:lnTo>
                    <a:pt x="347586" y="25400"/>
                  </a:lnTo>
                  <a:lnTo>
                    <a:pt x="353250" y="1270"/>
                  </a:lnTo>
                  <a:lnTo>
                    <a:pt x="337375" y="0"/>
                  </a:lnTo>
                  <a:lnTo>
                    <a:pt x="313575" y="0"/>
                  </a:lnTo>
                  <a:lnTo>
                    <a:pt x="305638" y="1270"/>
                  </a:lnTo>
                  <a:lnTo>
                    <a:pt x="311302" y="25400"/>
                  </a:lnTo>
                  <a:lnTo>
                    <a:pt x="277977" y="40640"/>
                  </a:lnTo>
                  <a:lnTo>
                    <a:pt x="241693" y="38100"/>
                  </a:lnTo>
                  <a:lnTo>
                    <a:pt x="238975" y="12700"/>
                  </a:lnTo>
                  <a:lnTo>
                    <a:pt x="216306" y="20320"/>
                  </a:lnTo>
                  <a:lnTo>
                    <a:pt x="216077" y="20320"/>
                  </a:lnTo>
                  <a:lnTo>
                    <a:pt x="208597" y="22860"/>
                  </a:lnTo>
                  <a:lnTo>
                    <a:pt x="201333" y="25400"/>
                  </a:lnTo>
                  <a:lnTo>
                    <a:pt x="194081" y="29210"/>
                  </a:lnTo>
                  <a:lnTo>
                    <a:pt x="207683" y="49530"/>
                  </a:lnTo>
                  <a:lnTo>
                    <a:pt x="181838" y="74930"/>
                  </a:lnTo>
                  <a:lnTo>
                    <a:pt x="146697" y="85090"/>
                  </a:lnTo>
                  <a:lnTo>
                    <a:pt x="135585" y="63500"/>
                  </a:lnTo>
                  <a:lnTo>
                    <a:pt x="122885" y="72390"/>
                  </a:lnTo>
                  <a:lnTo>
                    <a:pt x="110642" y="82550"/>
                  </a:lnTo>
                  <a:lnTo>
                    <a:pt x="104749" y="87630"/>
                  </a:lnTo>
                  <a:lnTo>
                    <a:pt x="99085" y="93980"/>
                  </a:lnTo>
                  <a:lnTo>
                    <a:pt x="118808" y="107950"/>
                  </a:lnTo>
                  <a:lnTo>
                    <a:pt x="103162" y="140970"/>
                  </a:lnTo>
                  <a:lnTo>
                    <a:pt x="73469" y="162560"/>
                  </a:lnTo>
                  <a:lnTo>
                    <a:pt x="55549" y="144780"/>
                  </a:lnTo>
                  <a:lnTo>
                    <a:pt x="51015" y="152400"/>
                  </a:lnTo>
                  <a:lnTo>
                    <a:pt x="42849" y="165100"/>
                  </a:lnTo>
                  <a:lnTo>
                    <a:pt x="42633" y="165100"/>
                  </a:lnTo>
                  <a:lnTo>
                    <a:pt x="38773" y="172720"/>
                  </a:lnTo>
                  <a:lnTo>
                    <a:pt x="34925" y="179070"/>
                  </a:lnTo>
                  <a:lnTo>
                    <a:pt x="31521" y="186690"/>
                  </a:lnTo>
                  <a:lnTo>
                    <a:pt x="55321" y="194310"/>
                  </a:lnTo>
                  <a:lnTo>
                    <a:pt x="51701" y="229870"/>
                  </a:lnTo>
                  <a:lnTo>
                    <a:pt x="31064" y="260350"/>
                  </a:lnTo>
                  <a:lnTo>
                    <a:pt x="8394" y="250190"/>
                  </a:lnTo>
                  <a:lnTo>
                    <a:pt x="4762" y="265430"/>
                  </a:lnTo>
                  <a:lnTo>
                    <a:pt x="3403" y="274320"/>
                  </a:lnTo>
                  <a:lnTo>
                    <a:pt x="3175" y="274320"/>
                  </a:lnTo>
                  <a:lnTo>
                    <a:pt x="1816" y="281940"/>
                  </a:lnTo>
                  <a:lnTo>
                    <a:pt x="685" y="289560"/>
                  </a:lnTo>
                  <a:lnTo>
                    <a:pt x="0" y="297180"/>
                  </a:lnTo>
                  <a:lnTo>
                    <a:pt x="24714" y="295910"/>
                  </a:lnTo>
                  <a:lnTo>
                    <a:pt x="33782" y="331470"/>
                  </a:lnTo>
                  <a:lnTo>
                    <a:pt x="24714" y="367030"/>
                  </a:lnTo>
                  <a:lnTo>
                    <a:pt x="0" y="365760"/>
                  </a:lnTo>
                  <a:lnTo>
                    <a:pt x="1816" y="381000"/>
                  </a:lnTo>
                  <a:lnTo>
                    <a:pt x="3175" y="388620"/>
                  </a:lnTo>
                  <a:lnTo>
                    <a:pt x="3403" y="388620"/>
                  </a:lnTo>
                  <a:lnTo>
                    <a:pt x="4762" y="396240"/>
                  </a:lnTo>
                  <a:lnTo>
                    <a:pt x="6350" y="403860"/>
                  </a:lnTo>
                  <a:lnTo>
                    <a:pt x="8394" y="411480"/>
                  </a:lnTo>
                  <a:lnTo>
                    <a:pt x="31064" y="402590"/>
                  </a:lnTo>
                  <a:lnTo>
                    <a:pt x="51701" y="431800"/>
                  </a:lnTo>
                  <a:lnTo>
                    <a:pt x="55321" y="468630"/>
                  </a:lnTo>
                  <a:lnTo>
                    <a:pt x="31521" y="476250"/>
                  </a:lnTo>
                  <a:lnTo>
                    <a:pt x="34925" y="482600"/>
                  </a:lnTo>
                  <a:lnTo>
                    <a:pt x="42633" y="496570"/>
                  </a:lnTo>
                  <a:lnTo>
                    <a:pt x="42849" y="496570"/>
                  </a:lnTo>
                  <a:lnTo>
                    <a:pt x="46710" y="504190"/>
                  </a:lnTo>
                  <a:lnTo>
                    <a:pt x="51015" y="510540"/>
                  </a:lnTo>
                  <a:lnTo>
                    <a:pt x="55549" y="516890"/>
                  </a:lnTo>
                  <a:lnTo>
                    <a:pt x="73469" y="500380"/>
                  </a:lnTo>
                  <a:lnTo>
                    <a:pt x="103162" y="521970"/>
                  </a:lnTo>
                  <a:lnTo>
                    <a:pt x="118808" y="553720"/>
                  </a:lnTo>
                  <a:lnTo>
                    <a:pt x="98856" y="568960"/>
                  </a:lnTo>
                  <a:lnTo>
                    <a:pt x="104521" y="574040"/>
                  </a:lnTo>
                  <a:lnTo>
                    <a:pt x="110426" y="580390"/>
                  </a:lnTo>
                  <a:lnTo>
                    <a:pt x="122669" y="590550"/>
                  </a:lnTo>
                  <a:lnTo>
                    <a:pt x="128790" y="594360"/>
                  </a:lnTo>
                  <a:lnTo>
                    <a:pt x="135356" y="599440"/>
                  </a:lnTo>
                  <a:lnTo>
                    <a:pt x="146469" y="577850"/>
                  </a:lnTo>
                  <a:lnTo>
                    <a:pt x="181610" y="586740"/>
                  </a:lnTo>
                  <a:lnTo>
                    <a:pt x="207683" y="613410"/>
                  </a:lnTo>
                  <a:lnTo>
                    <a:pt x="194081" y="633730"/>
                  </a:lnTo>
                  <a:lnTo>
                    <a:pt x="201333" y="636270"/>
                  </a:lnTo>
                  <a:lnTo>
                    <a:pt x="208597" y="640080"/>
                  </a:lnTo>
                  <a:lnTo>
                    <a:pt x="216077" y="642620"/>
                  </a:lnTo>
                  <a:lnTo>
                    <a:pt x="216306" y="642620"/>
                  </a:lnTo>
                  <a:lnTo>
                    <a:pt x="238975" y="650240"/>
                  </a:lnTo>
                  <a:lnTo>
                    <a:pt x="241693" y="624840"/>
                  </a:lnTo>
                  <a:lnTo>
                    <a:pt x="277977" y="622300"/>
                  </a:lnTo>
                  <a:lnTo>
                    <a:pt x="311302" y="637540"/>
                  </a:lnTo>
                  <a:lnTo>
                    <a:pt x="305638" y="661670"/>
                  </a:lnTo>
                  <a:lnTo>
                    <a:pt x="353250" y="661670"/>
                  </a:lnTo>
                  <a:lnTo>
                    <a:pt x="347586" y="637540"/>
                  </a:lnTo>
                  <a:lnTo>
                    <a:pt x="372579" y="626110"/>
                  </a:lnTo>
                  <a:lnTo>
                    <a:pt x="380911" y="622300"/>
                  </a:lnTo>
                  <a:lnTo>
                    <a:pt x="417182" y="624840"/>
                  </a:lnTo>
                  <a:lnTo>
                    <a:pt x="419912" y="650240"/>
                  </a:lnTo>
                  <a:lnTo>
                    <a:pt x="442582" y="642620"/>
                  </a:lnTo>
                  <a:lnTo>
                    <a:pt x="442810" y="642620"/>
                  </a:lnTo>
                  <a:lnTo>
                    <a:pt x="450291" y="640080"/>
                  </a:lnTo>
                  <a:lnTo>
                    <a:pt x="457542" y="636270"/>
                  </a:lnTo>
                  <a:lnTo>
                    <a:pt x="464794" y="633730"/>
                  </a:lnTo>
                  <a:lnTo>
                    <a:pt x="457149" y="622300"/>
                  </a:lnTo>
                  <a:lnTo>
                    <a:pt x="451192" y="613410"/>
                  </a:lnTo>
                  <a:lnTo>
                    <a:pt x="477266" y="586740"/>
                  </a:lnTo>
                  <a:lnTo>
                    <a:pt x="512419" y="577850"/>
                  </a:lnTo>
                  <a:lnTo>
                    <a:pt x="523519" y="599440"/>
                  </a:lnTo>
                  <a:lnTo>
                    <a:pt x="536219" y="590550"/>
                  </a:lnTo>
                  <a:lnTo>
                    <a:pt x="548462" y="579120"/>
                  </a:lnTo>
                  <a:lnTo>
                    <a:pt x="549935" y="577850"/>
                  </a:lnTo>
                  <a:lnTo>
                    <a:pt x="554355" y="574040"/>
                  </a:lnTo>
                  <a:lnTo>
                    <a:pt x="560031" y="568960"/>
                  </a:lnTo>
                  <a:lnTo>
                    <a:pt x="540080" y="553720"/>
                  </a:lnTo>
                  <a:lnTo>
                    <a:pt x="555713" y="521970"/>
                  </a:lnTo>
                  <a:lnTo>
                    <a:pt x="585419" y="500380"/>
                  </a:lnTo>
                  <a:lnTo>
                    <a:pt x="603338" y="516890"/>
                  </a:lnTo>
                  <a:lnTo>
                    <a:pt x="607872" y="510540"/>
                  </a:lnTo>
                  <a:lnTo>
                    <a:pt x="611949" y="504190"/>
                  </a:lnTo>
                  <a:lnTo>
                    <a:pt x="613994" y="500380"/>
                  </a:lnTo>
                  <a:lnTo>
                    <a:pt x="616026" y="496570"/>
                  </a:lnTo>
                  <a:lnTo>
                    <a:pt x="616254" y="496570"/>
                  </a:lnTo>
                  <a:lnTo>
                    <a:pt x="620115" y="490220"/>
                  </a:lnTo>
                  <a:lnTo>
                    <a:pt x="623963" y="482600"/>
                  </a:lnTo>
                  <a:lnTo>
                    <a:pt x="627367" y="476250"/>
                  </a:lnTo>
                  <a:lnTo>
                    <a:pt x="603554" y="468630"/>
                  </a:lnTo>
                  <a:lnTo>
                    <a:pt x="607187" y="431800"/>
                  </a:lnTo>
                  <a:lnTo>
                    <a:pt x="627824" y="402590"/>
                  </a:lnTo>
                  <a:lnTo>
                    <a:pt x="650494" y="412750"/>
                  </a:lnTo>
                  <a:lnTo>
                    <a:pt x="652538" y="403860"/>
                  </a:lnTo>
                  <a:lnTo>
                    <a:pt x="652792" y="402590"/>
                  </a:lnTo>
                  <a:lnTo>
                    <a:pt x="654126" y="396240"/>
                  </a:lnTo>
                  <a:lnTo>
                    <a:pt x="656844" y="381000"/>
                  </a:lnTo>
                  <a:lnTo>
                    <a:pt x="657974" y="373380"/>
                  </a:lnTo>
                  <a:lnTo>
                    <a:pt x="658545" y="367030"/>
                  </a:lnTo>
                  <a:lnTo>
                    <a:pt x="658660" y="365760"/>
                  </a:lnTo>
                  <a:close/>
                </a:path>
              </a:pathLst>
            </a:custGeom>
            <a:solidFill>
              <a:srgbClr val="E1907C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22" name="object 22"/>
            <p:cNvSpPr/>
            <p:nvPr/>
          </p:nvSpPr>
          <p:spPr>
            <a:xfrm>
              <a:off x="963549" y="2590843"/>
              <a:ext cx="512445" cy="513080"/>
            </a:xfrm>
            <a:custGeom>
              <a:avLst/>
              <a:gdLst/>
              <a:ahLst/>
              <a:cxnLst/>
              <a:rect l="l" t="t" r="r" b="b"/>
              <a:pathLst>
                <a:path w="512444" h="513080">
                  <a:moveTo>
                    <a:pt x="255978" y="0"/>
                  </a:moveTo>
                  <a:lnTo>
                    <a:pt x="209967" y="4128"/>
                  </a:lnTo>
                  <a:lnTo>
                    <a:pt x="166661" y="16031"/>
                  </a:lnTo>
                  <a:lnTo>
                    <a:pt x="126783" y="34985"/>
                  </a:lnTo>
                  <a:lnTo>
                    <a:pt x="91056" y="60265"/>
                  </a:lnTo>
                  <a:lnTo>
                    <a:pt x="60204" y="91149"/>
                  </a:lnTo>
                  <a:lnTo>
                    <a:pt x="34949" y="126912"/>
                  </a:lnTo>
                  <a:lnTo>
                    <a:pt x="16015" y="166830"/>
                  </a:lnTo>
                  <a:lnTo>
                    <a:pt x="4124" y="210180"/>
                  </a:lnTo>
                  <a:lnTo>
                    <a:pt x="0" y="256237"/>
                  </a:lnTo>
                  <a:lnTo>
                    <a:pt x="4124" y="302299"/>
                  </a:lnTo>
                  <a:lnTo>
                    <a:pt x="16015" y="345651"/>
                  </a:lnTo>
                  <a:lnTo>
                    <a:pt x="34949" y="385570"/>
                  </a:lnTo>
                  <a:lnTo>
                    <a:pt x="60204" y="421333"/>
                  </a:lnTo>
                  <a:lnTo>
                    <a:pt x="91056" y="452215"/>
                  </a:lnTo>
                  <a:lnTo>
                    <a:pt x="126783" y="477493"/>
                  </a:lnTo>
                  <a:lnTo>
                    <a:pt x="166661" y="496445"/>
                  </a:lnTo>
                  <a:lnTo>
                    <a:pt x="209967" y="508347"/>
                  </a:lnTo>
                  <a:lnTo>
                    <a:pt x="255978" y="512475"/>
                  </a:lnTo>
                  <a:lnTo>
                    <a:pt x="301989" y="508347"/>
                  </a:lnTo>
                  <a:lnTo>
                    <a:pt x="345295" y="496445"/>
                  </a:lnTo>
                  <a:lnTo>
                    <a:pt x="385173" y="477494"/>
                  </a:lnTo>
                  <a:lnTo>
                    <a:pt x="420899" y="452215"/>
                  </a:lnTo>
                  <a:lnTo>
                    <a:pt x="451752" y="421333"/>
                  </a:lnTo>
                  <a:lnTo>
                    <a:pt x="477007" y="385571"/>
                  </a:lnTo>
                  <a:lnTo>
                    <a:pt x="495942" y="345652"/>
                  </a:lnTo>
                  <a:lnTo>
                    <a:pt x="507833" y="302300"/>
                  </a:lnTo>
                  <a:lnTo>
                    <a:pt x="511957" y="256237"/>
                  </a:lnTo>
                  <a:lnTo>
                    <a:pt x="507833" y="210180"/>
                  </a:lnTo>
                  <a:lnTo>
                    <a:pt x="495942" y="166830"/>
                  </a:lnTo>
                  <a:lnTo>
                    <a:pt x="477007" y="126912"/>
                  </a:lnTo>
                  <a:lnTo>
                    <a:pt x="451752" y="91149"/>
                  </a:lnTo>
                  <a:lnTo>
                    <a:pt x="420899" y="60266"/>
                  </a:lnTo>
                  <a:lnTo>
                    <a:pt x="385173" y="34985"/>
                  </a:lnTo>
                  <a:lnTo>
                    <a:pt x="345295" y="16031"/>
                  </a:lnTo>
                  <a:lnTo>
                    <a:pt x="301989" y="4128"/>
                  </a:lnTo>
                  <a:lnTo>
                    <a:pt x="2559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3091" y="2760363"/>
              <a:ext cx="253601" cy="1736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3730" y="2764467"/>
              <a:ext cx="152231" cy="16520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207132" y="2955658"/>
              <a:ext cx="25400" cy="113030"/>
            </a:xfrm>
            <a:custGeom>
              <a:avLst/>
              <a:gdLst/>
              <a:ahLst/>
              <a:cxnLst/>
              <a:rect l="l" t="t" r="r" b="b"/>
              <a:pathLst>
                <a:path w="25400" h="113030">
                  <a:moveTo>
                    <a:pt x="24804" y="0"/>
                  </a:moveTo>
                  <a:lnTo>
                    <a:pt x="0" y="0"/>
                  </a:lnTo>
                  <a:lnTo>
                    <a:pt x="0" y="112708"/>
                  </a:lnTo>
                  <a:lnTo>
                    <a:pt x="24804" y="112708"/>
                  </a:lnTo>
                  <a:lnTo>
                    <a:pt x="24804" y="0"/>
                  </a:lnTo>
                  <a:close/>
                </a:path>
              </a:pathLst>
            </a:custGeom>
            <a:solidFill>
              <a:srgbClr val="CF4627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461010" y="6749158"/>
            <a:ext cx="559835" cy="1053746"/>
            <a:chOff x="885829" y="6661344"/>
            <a:chExt cx="662305" cy="1125220"/>
          </a:xfrm>
        </p:grpSpPr>
        <p:sp>
          <p:nvSpPr>
            <p:cNvPr id="27" name="object 27"/>
            <p:cNvSpPr/>
            <p:nvPr/>
          </p:nvSpPr>
          <p:spPr>
            <a:xfrm>
              <a:off x="1064642" y="7060049"/>
              <a:ext cx="304165" cy="726440"/>
            </a:xfrm>
            <a:custGeom>
              <a:avLst/>
              <a:gdLst/>
              <a:ahLst/>
              <a:cxnLst/>
              <a:rect l="l" t="t" r="r" b="b"/>
              <a:pathLst>
                <a:path w="304165" h="726440">
                  <a:moveTo>
                    <a:pt x="303639" y="0"/>
                  </a:moveTo>
                  <a:lnTo>
                    <a:pt x="0" y="0"/>
                  </a:lnTo>
                  <a:lnTo>
                    <a:pt x="0" y="726346"/>
                  </a:lnTo>
                  <a:lnTo>
                    <a:pt x="151832" y="574041"/>
                  </a:lnTo>
                  <a:lnTo>
                    <a:pt x="303639" y="726346"/>
                  </a:lnTo>
                  <a:lnTo>
                    <a:pt x="303639" y="0"/>
                  </a:lnTo>
                  <a:close/>
                </a:path>
              </a:pathLst>
            </a:custGeom>
            <a:solidFill>
              <a:srgbClr val="7EA23E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28" name="object 28"/>
            <p:cNvSpPr/>
            <p:nvPr/>
          </p:nvSpPr>
          <p:spPr>
            <a:xfrm>
              <a:off x="1077980" y="7073409"/>
              <a:ext cx="277495" cy="681355"/>
            </a:xfrm>
            <a:custGeom>
              <a:avLst/>
              <a:gdLst/>
              <a:ahLst/>
              <a:cxnLst/>
              <a:rect l="l" t="t" r="r" b="b"/>
              <a:pathLst>
                <a:path w="277494" h="681354">
                  <a:moveTo>
                    <a:pt x="151287" y="541857"/>
                  </a:moveTo>
                  <a:lnTo>
                    <a:pt x="138493" y="541857"/>
                  </a:lnTo>
                  <a:lnTo>
                    <a:pt x="276950" y="680765"/>
                  </a:lnTo>
                  <a:lnTo>
                    <a:pt x="276950" y="658946"/>
                  </a:lnTo>
                  <a:lnTo>
                    <a:pt x="267962" y="658946"/>
                  </a:lnTo>
                  <a:lnTo>
                    <a:pt x="151287" y="541857"/>
                  </a:lnTo>
                  <a:close/>
                </a:path>
                <a:path w="277494" h="681354">
                  <a:moveTo>
                    <a:pt x="276950" y="0"/>
                  </a:moveTo>
                  <a:lnTo>
                    <a:pt x="0" y="0"/>
                  </a:lnTo>
                  <a:lnTo>
                    <a:pt x="0" y="680675"/>
                  </a:lnTo>
                  <a:lnTo>
                    <a:pt x="21678" y="658946"/>
                  </a:lnTo>
                  <a:lnTo>
                    <a:pt x="8988" y="658946"/>
                  </a:lnTo>
                  <a:lnTo>
                    <a:pt x="8988" y="9006"/>
                  </a:lnTo>
                  <a:lnTo>
                    <a:pt x="276950" y="9006"/>
                  </a:lnTo>
                  <a:lnTo>
                    <a:pt x="276950" y="0"/>
                  </a:lnTo>
                  <a:close/>
                </a:path>
                <a:path w="277494" h="681354">
                  <a:moveTo>
                    <a:pt x="138493" y="529019"/>
                  </a:moveTo>
                  <a:lnTo>
                    <a:pt x="8988" y="658946"/>
                  </a:lnTo>
                  <a:lnTo>
                    <a:pt x="21678" y="658946"/>
                  </a:lnTo>
                  <a:lnTo>
                    <a:pt x="138493" y="541857"/>
                  </a:lnTo>
                  <a:lnTo>
                    <a:pt x="151287" y="541857"/>
                  </a:lnTo>
                  <a:lnTo>
                    <a:pt x="138493" y="529019"/>
                  </a:lnTo>
                  <a:close/>
                </a:path>
                <a:path w="277494" h="681354">
                  <a:moveTo>
                    <a:pt x="276950" y="9006"/>
                  </a:moveTo>
                  <a:lnTo>
                    <a:pt x="267962" y="9006"/>
                  </a:lnTo>
                  <a:lnTo>
                    <a:pt x="267962" y="658946"/>
                  </a:lnTo>
                  <a:lnTo>
                    <a:pt x="276950" y="658946"/>
                  </a:lnTo>
                  <a:lnTo>
                    <a:pt x="276950" y="9006"/>
                  </a:lnTo>
                  <a:close/>
                </a:path>
              </a:pathLst>
            </a:custGeom>
            <a:solidFill>
              <a:srgbClr val="B1C78B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885829" y="6661344"/>
              <a:ext cx="662305" cy="663575"/>
            </a:xfrm>
            <a:custGeom>
              <a:avLst/>
              <a:gdLst/>
              <a:ahLst/>
              <a:cxnLst/>
              <a:rect l="l" t="t" r="r" b="b"/>
              <a:pathLst>
                <a:path w="662305" h="663575">
                  <a:moveTo>
                    <a:pt x="353764" y="0"/>
                  </a:moveTo>
                  <a:lnTo>
                    <a:pt x="307527" y="0"/>
                  </a:lnTo>
                  <a:lnTo>
                    <a:pt x="261654" y="6431"/>
                  </a:lnTo>
                  <a:lnTo>
                    <a:pt x="216867" y="19293"/>
                  </a:lnTo>
                  <a:lnTo>
                    <a:pt x="173893" y="38587"/>
                  </a:lnTo>
                  <a:lnTo>
                    <a:pt x="133455" y="64313"/>
                  </a:lnTo>
                  <a:lnTo>
                    <a:pt x="96279" y="96469"/>
                  </a:lnTo>
                  <a:lnTo>
                    <a:pt x="64186" y="133718"/>
                  </a:lnTo>
                  <a:lnTo>
                    <a:pt x="38512" y="174238"/>
                  </a:lnTo>
                  <a:lnTo>
                    <a:pt x="19257" y="217300"/>
                  </a:lnTo>
                  <a:lnTo>
                    <a:pt x="6419" y="262179"/>
                  </a:lnTo>
                  <a:lnTo>
                    <a:pt x="0" y="308148"/>
                  </a:lnTo>
                  <a:lnTo>
                    <a:pt x="0" y="354481"/>
                  </a:lnTo>
                  <a:lnTo>
                    <a:pt x="6417" y="400452"/>
                  </a:lnTo>
                  <a:lnTo>
                    <a:pt x="19253" y="445333"/>
                  </a:lnTo>
                  <a:lnTo>
                    <a:pt x="38507" y="488398"/>
                  </a:lnTo>
                  <a:lnTo>
                    <a:pt x="64180" y="528921"/>
                  </a:lnTo>
                  <a:lnTo>
                    <a:pt x="96271" y="566175"/>
                  </a:lnTo>
                  <a:lnTo>
                    <a:pt x="136077" y="600206"/>
                  </a:lnTo>
                  <a:lnTo>
                    <a:pt x="180309" y="627319"/>
                  </a:lnTo>
                  <a:lnTo>
                    <a:pt x="228076" y="647144"/>
                  </a:lnTo>
                  <a:lnTo>
                    <a:pt x="278485" y="659310"/>
                  </a:lnTo>
                  <a:lnTo>
                    <a:pt x="330645" y="663448"/>
                  </a:lnTo>
                  <a:lnTo>
                    <a:pt x="379626" y="659847"/>
                  </a:lnTo>
                  <a:lnTo>
                    <a:pt x="426374" y="649387"/>
                  </a:lnTo>
                  <a:lnTo>
                    <a:pt x="470378" y="632582"/>
                  </a:lnTo>
                  <a:lnTo>
                    <a:pt x="511124" y="609944"/>
                  </a:lnTo>
                  <a:lnTo>
                    <a:pt x="548101" y="581989"/>
                  </a:lnTo>
                  <a:lnTo>
                    <a:pt x="580796" y="549228"/>
                  </a:lnTo>
                  <a:lnTo>
                    <a:pt x="608697" y="512178"/>
                  </a:lnTo>
                  <a:lnTo>
                    <a:pt x="631291" y="471350"/>
                  </a:lnTo>
                  <a:lnTo>
                    <a:pt x="648065" y="427258"/>
                  </a:lnTo>
                  <a:lnTo>
                    <a:pt x="658508" y="380418"/>
                  </a:lnTo>
                  <a:lnTo>
                    <a:pt x="662106" y="331341"/>
                  </a:lnTo>
                  <a:lnTo>
                    <a:pt x="657976" y="279065"/>
                  </a:lnTo>
                  <a:lnTo>
                    <a:pt x="645834" y="228549"/>
                  </a:lnTo>
                  <a:lnTo>
                    <a:pt x="626047" y="180684"/>
                  </a:lnTo>
                  <a:lnTo>
                    <a:pt x="598984" y="136361"/>
                  </a:lnTo>
                  <a:lnTo>
                    <a:pt x="565014" y="96469"/>
                  </a:lnTo>
                  <a:lnTo>
                    <a:pt x="527837" y="64313"/>
                  </a:lnTo>
                  <a:lnTo>
                    <a:pt x="487399" y="38587"/>
                  </a:lnTo>
                  <a:lnTo>
                    <a:pt x="444424" y="19293"/>
                  </a:lnTo>
                  <a:lnTo>
                    <a:pt x="399637" y="6431"/>
                  </a:lnTo>
                  <a:lnTo>
                    <a:pt x="353764" y="0"/>
                  </a:lnTo>
                  <a:close/>
                </a:path>
              </a:pathLst>
            </a:custGeom>
            <a:solidFill>
              <a:srgbClr val="7EA23E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30" name="object 30"/>
            <p:cNvSpPr/>
            <p:nvPr/>
          </p:nvSpPr>
          <p:spPr>
            <a:xfrm>
              <a:off x="889977" y="6664375"/>
              <a:ext cx="652780" cy="656590"/>
            </a:xfrm>
            <a:custGeom>
              <a:avLst/>
              <a:gdLst/>
              <a:ahLst/>
              <a:cxnLst/>
              <a:rect l="l" t="t" r="r" b="b"/>
              <a:pathLst>
                <a:path w="652780" h="656590">
                  <a:moveTo>
                    <a:pt x="67373" y="276288"/>
                  </a:moveTo>
                  <a:lnTo>
                    <a:pt x="63360" y="270446"/>
                  </a:lnTo>
                  <a:lnTo>
                    <a:pt x="57289" y="269303"/>
                  </a:lnTo>
                  <a:lnTo>
                    <a:pt x="51193" y="268160"/>
                  </a:lnTo>
                  <a:lnTo>
                    <a:pt x="45326" y="272186"/>
                  </a:lnTo>
                  <a:lnTo>
                    <a:pt x="43040" y="284403"/>
                  </a:lnTo>
                  <a:lnTo>
                    <a:pt x="47053" y="290296"/>
                  </a:lnTo>
                  <a:lnTo>
                    <a:pt x="59258" y="292595"/>
                  </a:lnTo>
                  <a:lnTo>
                    <a:pt x="65125" y="288556"/>
                  </a:lnTo>
                  <a:lnTo>
                    <a:pt x="67373" y="276288"/>
                  </a:lnTo>
                  <a:close/>
                </a:path>
                <a:path w="652780" h="656590">
                  <a:moveTo>
                    <a:pt x="67614" y="380441"/>
                  </a:moveTo>
                  <a:lnTo>
                    <a:pt x="65366" y="368147"/>
                  </a:lnTo>
                  <a:lnTo>
                    <a:pt x="59550" y="364134"/>
                  </a:lnTo>
                  <a:lnTo>
                    <a:pt x="53479" y="365226"/>
                  </a:lnTo>
                  <a:lnTo>
                    <a:pt x="47371" y="366331"/>
                  </a:lnTo>
                  <a:lnTo>
                    <a:pt x="43307" y="372186"/>
                  </a:lnTo>
                  <a:lnTo>
                    <a:pt x="45504" y="384416"/>
                  </a:lnTo>
                  <a:lnTo>
                    <a:pt x="51346" y="388493"/>
                  </a:lnTo>
                  <a:lnTo>
                    <a:pt x="63563" y="386295"/>
                  </a:lnTo>
                  <a:lnTo>
                    <a:pt x="67614" y="380441"/>
                  </a:lnTo>
                  <a:close/>
                </a:path>
                <a:path w="652780" h="656590">
                  <a:moveTo>
                    <a:pt x="100888" y="465975"/>
                  </a:moveTo>
                  <a:lnTo>
                    <a:pt x="97739" y="460476"/>
                  </a:lnTo>
                  <a:lnTo>
                    <a:pt x="94526" y="455269"/>
                  </a:lnTo>
                  <a:lnTo>
                    <a:pt x="87820" y="453491"/>
                  </a:lnTo>
                  <a:lnTo>
                    <a:pt x="82461" y="456425"/>
                  </a:lnTo>
                  <a:lnTo>
                    <a:pt x="77076" y="459511"/>
                  </a:lnTo>
                  <a:lnTo>
                    <a:pt x="75222" y="466407"/>
                  </a:lnTo>
                  <a:lnTo>
                    <a:pt x="81407" y="477189"/>
                  </a:lnTo>
                  <a:lnTo>
                    <a:pt x="88277" y="479044"/>
                  </a:lnTo>
                  <a:lnTo>
                    <a:pt x="99034" y="472859"/>
                  </a:lnTo>
                  <a:lnTo>
                    <a:pt x="100888" y="465975"/>
                  </a:lnTo>
                  <a:close/>
                </a:path>
                <a:path w="652780" h="656590">
                  <a:moveTo>
                    <a:pt x="100990" y="190830"/>
                  </a:moveTo>
                  <a:lnTo>
                    <a:pt x="99199" y="183921"/>
                  </a:lnTo>
                  <a:lnTo>
                    <a:pt x="88506" y="177622"/>
                  </a:lnTo>
                  <a:lnTo>
                    <a:pt x="81622" y="179400"/>
                  </a:lnTo>
                  <a:lnTo>
                    <a:pt x="75298" y="190131"/>
                  </a:lnTo>
                  <a:lnTo>
                    <a:pt x="77025" y="196951"/>
                  </a:lnTo>
                  <a:lnTo>
                    <a:pt x="82461" y="200177"/>
                  </a:lnTo>
                  <a:lnTo>
                    <a:pt x="87807" y="203327"/>
                  </a:lnTo>
                  <a:lnTo>
                    <a:pt x="94691" y="201549"/>
                  </a:lnTo>
                  <a:lnTo>
                    <a:pt x="100990" y="190830"/>
                  </a:lnTo>
                  <a:close/>
                </a:path>
                <a:path w="652780" h="656590">
                  <a:moveTo>
                    <a:pt x="162013" y="542417"/>
                  </a:moveTo>
                  <a:lnTo>
                    <a:pt x="161442" y="535305"/>
                  </a:lnTo>
                  <a:lnTo>
                    <a:pt x="156616" y="531177"/>
                  </a:lnTo>
                  <a:lnTo>
                    <a:pt x="152107" y="527177"/>
                  </a:lnTo>
                  <a:lnTo>
                    <a:pt x="145224" y="527608"/>
                  </a:lnTo>
                  <a:lnTo>
                    <a:pt x="140881" y="532523"/>
                  </a:lnTo>
                  <a:lnTo>
                    <a:pt x="136855" y="537260"/>
                  </a:lnTo>
                  <a:lnTo>
                    <a:pt x="137414" y="544372"/>
                  </a:lnTo>
                  <a:lnTo>
                    <a:pt x="146862" y="552437"/>
                  </a:lnTo>
                  <a:lnTo>
                    <a:pt x="153949" y="551878"/>
                  </a:lnTo>
                  <a:lnTo>
                    <a:pt x="162013" y="542417"/>
                  </a:lnTo>
                  <a:close/>
                </a:path>
                <a:path w="652780" h="656590">
                  <a:moveTo>
                    <a:pt x="162026" y="114554"/>
                  </a:moveTo>
                  <a:lnTo>
                    <a:pt x="157962" y="109651"/>
                  </a:lnTo>
                  <a:lnTo>
                    <a:pt x="153974" y="104965"/>
                  </a:lnTo>
                  <a:lnTo>
                    <a:pt x="146964" y="104368"/>
                  </a:lnTo>
                  <a:lnTo>
                    <a:pt x="142227" y="108305"/>
                  </a:lnTo>
                  <a:lnTo>
                    <a:pt x="137464" y="112280"/>
                  </a:lnTo>
                  <a:lnTo>
                    <a:pt x="136804" y="119380"/>
                  </a:lnTo>
                  <a:lnTo>
                    <a:pt x="144741" y="128943"/>
                  </a:lnTo>
                  <a:lnTo>
                    <a:pt x="151828" y="129603"/>
                  </a:lnTo>
                  <a:lnTo>
                    <a:pt x="161366" y="121653"/>
                  </a:lnTo>
                  <a:lnTo>
                    <a:pt x="162026" y="114554"/>
                  </a:lnTo>
                  <a:close/>
                </a:path>
                <a:path w="652780" h="656590">
                  <a:moveTo>
                    <a:pt x="243484" y="581317"/>
                  </a:moveTo>
                  <a:lnTo>
                    <a:pt x="238467" y="576287"/>
                  </a:lnTo>
                  <a:lnTo>
                    <a:pt x="226047" y="576287"/>
                  </a:lnTo>
                  <a:lnTo>
                    <a:pt x="221005" y="581317"/>
                  </a:lnTo>
                  <a:lnTo>
                    <a:pt x="221005" y="593750"/>
                  </a:lnTo>
                  <a:lnTo>
                    <a:pt x="226047" y="598805"/>
                  </a:lnTo>
                  <a:lnTo>
                    <a:pt x="238467" y="598805"/>
                  </a:lnTo>
                  <a:lnTo>
                    <a:pt x="243484" y="593750"/>
                  </a:lnTo>
                  <a:lnTo>
                    <a:pt x="243484" y="587540"/>
                  </a:lnTo>
                  <a:lnTo>
                    <a:pt x="243484" y="581317"/>
                  </a:lnTo>
                  <a:close/>
                </a:path>
                <a:path w="652780" h="656590">
                  <a:moveTo>
                    <a:pt x="245021" y="70929"/>
                  </a:moveTo>
                  <a:lnTo>
                    <a:pt x="240804" y="59220"/>
                  </a:lnTo>
                  <a:lnTo>
                    <a:pt x="234365" y="56197"/>
                  </a:lnTo>
                  <a:lnTo>
                    <a:pt x="222694" y="60413"/>
                  </a:lnTo>
                  <a:lnTo>
                    <a:pt x="219659" y="66878"/>
                  </a:lnTo>
                  <a:lnTo>
                    <a:pt x="221780" y="72732"/>
                  </a:lnTo>
                  <a:lnTo>
                    <a:pt x="223723" y="78486"/>
                  </a:lnTo>
                  <a:lnTo>
                    <a:pt x="229946" y="81610"/>
                  </a:lnTo>
                  <a:lnTo>
                    <a:pt x="236156" y="79489"/>
                  </a:lnTo>
                  <a:lnTo>
                    <a:pt x="241998" y="77381"/>
                  </a:lnTo>
                  <a:lnTo>
                    <a:pt x="245021" y="70929"/>
                  </a:lnTo>
                  <a:close/>
                </a:path>
                <a:path w="652780" h="656590">
                  <a:moveTo>
                    <a:pt x="337731" y="597916"/>
                  </a:moveTo>
                  <a:lnTo>
                    <a:pt x="332689" y="592874"/>
                  </a:lnTo>
                  <a:lnTo>
                    <a:pt x="326491" y="592874"/>
                  </a:lnTo>
                  <a:lnTo>
                    <a:pt x="320294" y="592874"/>
                  </a:lnTo>
                  <a:lnTo>
                    <a:pt x="315252" y="597916"/>
                  </a:lnTo>
                  <a:lnTo>
                    <a:pt x="315252" y="610362"/>
                  </a:lnTo>
                  <a:lnTo>
                    <a:pt x="320294" y="615391"/>
                  </a:lnTo>
                  <a:lnTo>
                    <a:pt x="332689" y="615391"/>
                  </a:lnTo>
                  <a:lnTo>
                    <a:pt x="337731" y="610362"/>
                  </a:lnTo>
                  <a:lnTo>
                    <a:pt x="337731" y="597916"/>
                  </a:lnTo>
                  <a:close/>
                </a:path>
                <a:path w="652780" h="656590">
                  <a:moveTo>
                    <a:pt x="337731" y="46253"/>
                  </a:moveTo>
                  <a:lnTo>
                    <a:pt x="332689" y="41211"/>
                  </a:lnTo>
                  <a:lnTo>
                    <a:pt x="320294" y="41211"/>
                  </a:lnTo>
                  <a:lnTo>
                    <a:pt x="315252" y="46253"/>
                  </a:lnTo>
                  <a:lnTo>
                    <a:pt x="315252" y="58699"/>
                  </a:lnTo>
                  <a:lnTo>
                    <a:pt x="320294" y="63728"/>
                  </a:lnTo>
                  <a:lnTo>
                    <a:pt x="332689" y="63728"/>
                  </a:lnTo>
                  <a:lnTo>
                    <a:pt x="337731" y="58699"/>
                  </a:lnTo>
                  <a:lnTo>
                    <a:pt x="337731" y="52463"/>
                  </a:lnTo>
                  <a:lnTo>
                    <a:pt x="337731" y="46253"/>
                  </a:lnTo>
                  <a:close/>
                </a:path>
                <a:path w="652780" h="656590">
                  <a:moveTo>
                    <a:pt x="433324" y="589724"/>
                  </a:moveTo>
                  <a:lnTo>
                    <a:pt x="431203" y="583882"/>
                  </a:lnTo>
                  <a:lnTo>
                    <a:pt x="429336" y="578142"/>
                  </a:lnTo>
                  <a:lnTo>
                    <a:pt x="423189" y="575005"/>
                  </a:lnTo>
                  <a:lnTo>
                    <a:pt x="416826" y="577113"/>
                  </a:lnTo>
                  <a:lnTo>
                    <a:pt x="410984" y="579234"/>
                  </a:lnTo>
                  <a:lnTo>
                    <a:pt x="407962" y="585685"/>
                  </a:lnTo>
                  <a:lnTo>
                    <a:pt x="412178" y="597382"/>
                  </a:lnTo>
                  <a:lnTo>
                    <a:pt x="418617" y="600392"/>
                  </a:lnTo>
                  <a:lnTo>
                    <a:pt x="430288" y="596176"/>
                  </a:lnTo>
                  <a:lnTo>
                    <a:pt x="433324" y="589724"/>
                  </a:lnTo>
                  <a:close/>
                </a:path>
                <a:path w="652780" h="656590">
                  <a:moveTo>
                    <a:pt x="433324" y="67119"/>
                  </a:moveTo>
                  <a:lnTo>
                    <a:pt x="430288" y="60667"/>
                  </a:lnTo>
                  <a:lnTo>
                    <a:pt x="418642" y="56426"/>
                  </a:lnTo>
                  <a:lnTo>
                    <a:pt x="412191" y="59448"/>
                  </a:lnTo>
                  <a:lnTo>
                    <a:pt x="407962" y="71158"/>
                  </a:lnTo>
                  <a:lnTo>
                    <a:pt x="410984" y="77609"/>
                  </a:lnTo>
                  <a:lnTo>
                    <a:pt x="422643" y="81826"/>
                  </a:lnTo>
                  <a:lnTo>
                    <a:pt x="429082" y="78803"/>
                  </a:lnTo>
                  <a:lnTo>
                    <a:pt x="433324" y="67119"/>
                  </a:lnTo>
                  <a:close/>
                </a:path>
                <a:path w="652780" h="656590">
                  <a:moveTo>
                    <a:pt x="515912" y="119545"/>
                  </a:moveTo>
                  <a:lnTo>
                    <a:pt x="515353" y="112433"/>
                  </a:lnTo>
                  <a:lnTo>
                    <a:pt x="510527" y="108305"/>
                  </a:lnTo>
                  <a:lnTo>
                    <a:pt x="505802" y="104368"/>
                  </a:lnTo>
                  <a:lnTo>
                    <a:pt x="498779" y="104965"/>
                  </a:lnTo>
                  <a:lnTo>
                    <a:pt x="494792" y="109651"/>
                  </a:lnTo>
                  <a:lnTo>
                    <a:pt x="490766" y="114388"/>
                  </a:lnTo>
                  <a:lnTo>
                    <a:pt x="491337" y="121500"/>
                  </a:lnTo>
                  <a:lnTo>
                    <a:pt x="500773" y="129565"/>
                  </a:lnTo>
                  <a:lnTo>
                    <a:pt x="507860" y="129006"/>
                  </a:lnTo>
                  <a:lnTo>
                    <a:pt x="515912" y="119545"/>
                  </a:lnTo>
                  <a:close/>
                </a:path>
                <a:path w="652780" h="656590">
                  <a:moveTo>
                    <a:pt x="516166" y="537197"/>
                  </a:moveTo>
                  <a:lnTo>
                    <a:pt x="512102" y="532307"/>
                  </a:lnTo>
                  <a:lnTo>
                    <a:pt x="508114" y="527608"/>
                  </a:lnTo>
                  <a:lnTo>
                    <a:pt x="501103" y="527011"/>
                  </a:lnTo>
                  <a:lnTo>
                    <a:pt x="496366" y="530948"/>
                  </a:lnTo>
                  <a:lnTo>
                    <a:pt x="491591" y="534924"/>
                  </a:lnTo>
                  <a:lnTo>
                    <a:pt x="490943" y="542023"/>
                  </a:lnTo>
                  <a:lnTo>
                    <a:pt x="498881" y="551586"/>
                  </a:lnTo>
                  <a:lnTo>
                    <a:pt x="505955" y="552246"/>
                  </a:lnTo>
                  <a:lnTo>
                    <a:pt x="515505" y="544296"/>
                  </a:lnTo>
                  <a:lnTo>
                    <a:pt x="516166" y="537197"/>
                  </a:lnTo>
                  <a:close/>
                </a:path>
                <a:path w="652780" h="656590">
                  <a:moveTo>
                    <a:pt x="577697" y="466458"/>
                  </a:moveTo>
                  <a:lnTo>
                    <a:pt x="575957" y="459651"/>
                  </a:lnTo>
                  <a:lnTo>
                    <a:pt x="570522" y="456425"/>
                  </a:lnTo>
                  <a:lnTo>
                    <a:pt x="565162" y="453263"/>
                  </a:lnTo>
                  <a:lnTo>
                    <a:pt x="558292" y="455053"/>
                  </a:lnTo>
                  <a:lnTo>
                    <a:pt x="552005" y="465785"/>
                  </a:lnTo>
                  <a:lnTo>
                    <a:pt x="553783" y="472668"/>
                  </a:lnTo>
                  <a:lnTo>
                    <a:pt x="564476" y="478980"/>
                  </a:lnTo>
                  <a:lnTo>
                    <a:pt x="571360" y="477189"/>
                  </a:lnTo>
                  <a:lnTo>
                    <a:pt x="577697" y="466458"/>
                  </a:lnTo>
                  <a:close/>
                </a:path>
                <a:path w="652780" h="656590">
                  <a:moveTo>
                    <a:pt x="577710" y="190131"/>
                  </a:moveTo>
                  <a:lnTo>
                    <a:pt x="574560" y="184645"/>
                  </a:lnTo>
                  <a:lnTo>
                    <a:pt x="571436" y="179324"/>
                  </a:lnTo>
                  <a:lnTo>
                    <a:pt x="564629" y="177507"/>
                  </a:lnTo>
                  <a:lnTo>
                    <a:pt x="559282" y="180581"/>
                  </a:lnTo>
                  <a:lnTo>
                    <a:pt x="553910" y="183680"/>
                  </a:lnTo>
                  <a:lnTo>
                    <a:pt x="552056" y="190563"/>
                  </a:lnTo>
                  <a:lnTo>
                    <a:pt x="558241" y="201358"/>
                  </a:lnTo>
                  <a:lnTo>
                    <a:pt x="565111" y="203212"/>
                  </a:lnTo>
                  <a:lnTo>
                    <a:pt x="575856" y="197027"/>
                  </a:lnTo>
                  <a:lnTo>
                    <a:pt x="577710" y="190131"/>
                  </a:lnTo>
                  <a:close/>
                </a:path>
                <a:path w="652780" h="656590">
                  <a:moveTo>
                    <a:pt x="608952" y="274104"/>
                  </a:moveTo>
                  <a:lnTo>
                    <a:pt x="603910" y="269062"/>
                  </a:lnTo>
                  <a:lnTo>
                    <a:pt x="591515" y="269062"/>
                  </a:lnTo>
                  <a:lnTo>
                    <a:pt x="586473" y="274104"/>
                  </a:lnTo>
                  <a:lnTo>
                    <a:pt x="586473" y="286524"/>
                  </a:lnTo>
                  <a:lnTo>
                    <a:pt x="591515" y="291579"/>
                  </a:lnTo>
                  <a:lnTo>
                    <a:pt x="603910" y="291579"/>
                  </a:lnTo>
                  <a:lnTo>
                    <a:pt x="608952" y="286524"/>
                  </a:lnTo>
                  <a:lnTo>
                    <a:pt x="608952" y="280314"/>
                  </a:lnTo>
                  <a:lnTo>
                    <a:pt x="608952" y="274104"/>
                  </a:lnTo>
                  <a:close/>
                </a:path>
                <a:path w="652780" h="656590">
                  <a:moveTo>
                    <a:pt x="609841" y="372618"/>
                  </a:moveTo>
                  <a:lnTo>
                    <a:pt x="606171" y="366725"/>
                  </a:lnTo>
                  <a:lnTo>
                    <a:pt x="599503" y="365226"/>
                  </a:lnTo>
                  <a:lnTo>
                    <a:pt x="593407" y="364096"/>
                  </a:lnTo>
                  <a:lnTo>
                    <a:pt x="587540" y="368147"/>
                  </a:lnTo>
                  <a:lnTo>
                    <a:pt x="585317" y="380390"/>
                  </a:lnTo>
                  <a:lnTo>
                    <a:pt x="589356" y="386257"/>
                  </a:lnTo>
                  <a:lnTo>
                    <a:pt x="601497" y="388493"/>
                  </a:lnTo>
                  <a:lnTo>
                    <a:pt x="607301" y="384530"/>
                  </a:lnTo>
                  <a:lnTo>
                    <a:pt x="608495" y="378510"/>
                  </a:lnTo>
                  <a:lnTo>
                    <a:pt x="609841" y="372618"/>
                  </a:lnTo>
                  <a:close/>
                </a:path>
                <a:path w="652780" h="656590">
                  <a:moveTo>
                    <a:pt x="652767" y="363220"/>
                  </a:moveTo>
                  <a:lnTo>
                    <a:pt x="628269" y="364490"/>
                  </a:lnTo>
                  <a:lnTo>
                    <a:pt x="619061" y="328930"/>
                  </a:lnTo>
                  <a:lnTo>
                    <a:pt x="628040" y="293370"/>
                  </a:lnTo>
                  <a:lnTo>
                    <a:pt x="652538" y="295910"/>
                  </a:lnTo>
                  <a:lnTo>
                    <a:pt x="652259" y="293370"/>
                  </a:lnTo>
                  <a:lnTo>
                    <a:pt x="644448" y="248920"/>
                  </a:lnTo>
                  <a:lnTo>
                    <a:pt x="621982" y="259080"/>
                  </a:lnTo>
                  <a:lnTo>
                    <a:pt x="618388" y="253733"/>
                  </a:lnTo>
                  <a:lnTo>
                    <a:pt x="618388" y="328930"/>
                  </a:lnTo>
                  <a:lnTo>
                    <a:pt x="617321" y="354330"/>
                  </a:lnTo>
                  <a:lnTo>
                    <a:pt x="611644" y="392430"/>
                  </a:lnTo>
                  <a:lnTo>
                    <a:pt x="600862" y="429260"/>
                  </a:lnTo>
                  <a:lnTo>
                    <a:pt x="579285" y="474980"/>
                  </a:lnTo>
                  <a:lnTo>
                    <a:pt x="558050" y="506730"/>
                  </a:lnTo>
                  <a:lnTo>
                    <a:pt x="532892" y="535940"/>
                  </a:lnTo>
                  <a:lnTo>
                    <a:pt x="514121" y="552450"/>
                  </a:lnTo>
                  <a:lnTo>
                    <a:pt x="504126" y="561340"/>
                  </a:lnTo>
                  <a:lnTo>
                    <a:pt x="461175" y="588010"/>
                  </a:lnTo>
                  <a:lnTo>
                    <a:pt x="426262" y="603250"/>
                  </a:lnTo>
                  <a:lnTo>
                    <a:pt x="414172" y="608330"/>
                  </a:lnTo>
                  <a:lnTo>
                    <a:pt x="401929" y="610870"/>
                  </a:lnTo>
                  <a:lnTo>
                    <a:pt x="389547" y="614680"/>
                  </a:lnTo>
                  <a:lnTo>
                    <a:pt x="377050" y="617220"/>
                  </a:lnTo>
                  <a:lnTo>
                    <a:pt x="351840" y="619760"/>
                  </a:lnTo>
                  <a:lnTo>
                    <a:pt x="326491" y="621030"/>
                  </a:lnTo>
                  <a:lnTo>
                    <a:pt x="301142" y="619760"/>
                  </a:lnTo>
                  <a:lnTo>
                    <a:pt x="275932" y="617220"/>
                  </a:lnTo>
                  <a:lnTo>
                    <a:pt x="263436" y="614680"/>
                  </a:lnTo>
                  <a:lnTo>
                    <a:pt x="251053" y="610870"/>
                  </a:lnTo>
                  <a:lnTo>
                    <a:pt x="238810" y="608330"/>
                  </a:lnTo>
                  <a:lnTo>
                    <a:pt x="226720" y="603250"/>
                  </a:lnTo>
                  <a:lnTo>
                    <a:pt x="214845" y="599440"/>
                  </a:lnTo>
                  <a:lnTo>
                    <a:pt x="203200" y="594360"/>
                  </a:lnTo>
                  <a:lnTo>
                    <a:pt x="191795" y="588010"/>
                  </a:lnTo>
                  <a:lnTo>
                    <a:pt x="180657" y="581660"/>
                  </a:lnTo>
                  <a:lnTo>
                    <a:pt x="169786" y="575310"/>
                  </a:lnTo>
                  <a:lnTo>
                    <a:pt x="165569" y="572770"/>
                  </a:lnTo>
                  <a:lnTo>
                    <a:pt x="159232" y="568960"/>
                  </a:lnTo>
                  <a:lnTo>
                    <a:pt x="120332" y="535940"/>
                  </a:lnTo>
                  <a:lnTo>
                    <a:pt x="87668" y="496570"/>
                  </a:lnTo>
                  <a:lnTo>
                    <a:pt x="62179" y="453390"/>
                  </a:lnTo>
                  <a:lnTo>
                    <a:pt x="48463" y="417830"/>
                  </a:lnTo>
                  <a:lnTo>
                    <a:pt x="43357" y="398780"/>
                  </a:lnTo>
                  <a:lnTo>
                    <a:pt x="41833" y="392430"/>
                  </a:lnTo>
                  <a:lnTo>
                    <a:pt x="39319" y="379730"/>
                  </a:lnTo>
                  <a:lnTo>
                    <a:pt x="37401" y="364490"/>
                  </a:lnTo>
                  <a:lnTo>
                    <a:pt x="36118" y="354330"/>
                  </a:lnTo>
                  <a:lnTo>
                    <a:pt x="35052" y="328930"/>
                  </a:lnTo>
                  <a:lnTo>
                    <a:pt x="36118" y="303530"/>
                  </a:lnTo>
                  <a:lnTo>
                    <a:pt x="37401" y="293370"/>
                  </a:lnTo>
                  <a:lnTo>
                    <a:pt x="39319" y="278130"/>
                  </a:lnTo>
                  <a:lnTo>
                    <a:pt x="52578" y="228600"/>
                  </a:lnTo>
                  <a:lnTo>
                    <a:pt x="73926" y="182880"/>
                  </a:lnTo>
                  <a:lnTo>
                    <a:pt x="95224" y="151130"/>
                  </a:lnTo>
                  <a:lnTo>
                    <a:pt x="120307" y="121920"/>
                  </a:lnTo>
                  <a:lnTo>
                    <a:pt x="139090" y="105410"/>
                  </a:lnTo>
                  <a:lnTo>
                    <a:pt x="149047" y="96520"/>
                  </a:lnTo>
                  <a:lnTo>
                    <a:pt x="192024" y="69850"/>
                  </a:lnTo>
                  <a:lnTo>
                    <a:pt x="226949" y="54610"/>
                  </a:lnTo>
                  <a:lnTo>
                    <a:pt x="239039" y="49530"/>
                  </a:lnTo>
                  <a:lnTo>
                    <a:pt x="251282" y="46990"/>
                  </a:lnTo>
                  <a:lnTo>
                    <a:pt x="263652" y="43180"/>
                  </a:lnTo>
                  <a:lnTo>
                    <a:pt x="276161" y="40640"/>
                  </a:lnTo>
                  <a:lnTo>
                    <a:pt x="301307" y="38100"/>
                  </a:lnTo>
                  <a:lnTo>
                    <a:pt x="326605" y="36830"/>
                  </a:lnTo>
                  <a:lnTo>
                    <a:pt x="351904" y="38100"/>
                  </a:lnTo>
                  <a:lnTo>
                    <a:pt x="377050" y="40640"/>
                  </a:lnTo>
                  <a:lnTo>
                    <a:pt x="389610" y="43180"/>
                  </a:lnTo>
                  <a:lnTo>
                    <a:pt x="402043" y="46990"/>
                  </a:lnTo>
                  <a:lnTo>
                    <a:pt x="414337" y="49530"/>
                  </a:lnTo>
                  <a:lnTo>
                    <a:pt x="426478" y="54610"/>
                  </a:lnTo>
                  <a:lnTo>
                    <a:pt x="438340" y="58420"/>
                  </a:lnTo>
                  <a:lnTo>
                    <a:pt x="449973" y="63500"/>
                  </a:lnTo>
                  <a:lnTo>
                    <a:pt x="483501" y="82550"/>
                  </a:lnTo>
                  <a:lnTo>
                    <a:pt x="514350" y="105410"/>
                  </a:lnTo>
                  <a:lnTo>
                    <a:pt x="523900" y="113030"/>
                  </a:lnTo>
                  <a:lnTo>
                    <a:pt x="533082" y="121920"/>
                  </a:lnTo>
                  <a:lnTo>
                    <a:pt x="541883" y="132080"/>
                  </a:lnTo>
                  <a:lnTo>
                    <a:pt x="550303" y="140970"/>
                  </a:lnTo>
                  <a:lnTo>
                    <a:pt x="579513" y="182880"/>
                  </a:lnTo>
                  <a:lnTo>
                    <a:pt x="596328" y="217170"/>
                  </a:lnTo>
                  <a:lnTo>
                    <a:pt x="608533" y="254000"/>
                  </a:lnTo>
                  <a:lnTo>
                    <a:pt x="617321" y="303530"/>
                  </a:lnTo>
                  <a:lnTo>
                    <a:pt x="618388" y="328930"/>
                  </a:lnTo>
                  <a:lnTo>
                    <a:pt x="618388" y="253733"/>
                  </a:lnTo>
                  <a:lnTo>
                    <a:pt x="601535" y="228600"/>
                  </a:lnTo>
                  <a:lnTo>
                    <a:pt x="597941" y="193040"/>
                  </a:lnTo>
                  <a:lnTo>
                    <a:pt x="621525" y="185420"/>
                  </a:lnTo>
                  <a:lnTo>
                    <a:pt x="618159" y="179070"/>
                  </a:lnTo>
                  <a:lnTo>
                    <a:pt x="610514" y="165100"/>
                  </a:lnTo>
                  <a:lnTo>
                    <a:pt x="610298" y="165100"/>
                  </a:lnTo>
                  <a:lnTo>
                    <a:pt x="610298" y="163830"/>
                  </a:lnTo>
                  <a:lnTo>
                    <a:pt x="608672" y="161290"/>
                  </a:lnTo>
                  <a:lnTo>
                    <a:pt x="602208" y="151130"/>
                  </a:lnTo>
                  <a:lnTo>
                    <a:pt x="597712" y="144780"/>
                  </a:lnTo>
                  <a:lnTo>
                    <a:pt x="579958" y="161290"/>
                  </a:lnTo>
                  <a:lnTo>
                    <a:pt x="550519" y="139700"/>
                  </a:lnTo>
                  <a:lnTo>
                    <a:pt x="535012" y="107950"/>
                  </a:lnTo>
                  <a:lnTo>
                    <a:pt x="554786" y="92710"/>
                  </a:lnTo>
                  <a:lnTo>
                    <a:pt x="549173" y="87630"/>
                  </a:lnTo>
                  <a:lnTo>
                    <a:pt x="545668" y="83820"/>
                  </a:lnTo>
                  <a:lnTo>
                    <a:pt x="543331" y="81280"/>
                  </a:lnTo>
                  <a:lnTo>
                    <a:pt x="525132" y="67310"/>
                  </a:lnTo>
                  <a:lnTo>
                    <a:pt x="518617" y="62230"/>
                  </a:lnTo>
                  <a:lnTo>
                    <a:pt x="507606" y="83820"/>
                  </a:lnTo>
                  <a:lnTo>
                    <a:pt x="472770" y="74930"/>
                  </a:lnTo>
                  <a:lnTo>
                    <a:pt x="446938" y="49530"/>
                  </a:lnTo>
                  <a:lnTo>
                    <a:pt x="452831" y="40640"/>
                  </a:lnTo>
                  <a:lnTo>
                    <a:pt x="460413" y="29210"/>
                  </a:lnTo>
                  <a:lnTo>
                    <a:pt x="446036" y="22860"/>
                  </a:lnTo>
                  <a:lnTo>
                    <a:pt x="438619" y="20320"/>
                  </a:lnTo>
                  <a:lnTo>
                    <a:pt x="438391" y="20320"/>
                  </a:lnTo>
                  <a:lnTo>
                    <a:pt x="430974" y="16510"/>
                  </a:lnTo>
                  <a:lnTo>
                    <a:pt x="423557" y="13970"/>
                  </a:lnTo>
                  <a:lnTo>
                    <a:pt x="415925" y="12700"/>
                  </a:lnTo>
                  <a:lnTo>
                    <a:pt x="413232" y="36830"/>
                  </a:lnTo>
                  <a:lnTo>
                    <a:pt x="377278" y="40640"/>
                  </a:lnTo>
                  <a:lnTo>
                    <a:pt x="369074" y="36830"/>
                  </a:lnTo>
                  <a:lnTo>
                    <a:pt x="344462" y="25400"/>
                  </a:lnTo>
                  <a:lnTo>
                    <a:pt x="350088" y="1270"/>
                  </a:lnTo>
                  <a:lnTo>
                    <a:pt x="334352" y="0"/>
                  </a:lnTo>
                  <a:lnTo>
                    <a:pt x="310756" y="0"/>
                  </a:lnTo>
                  <a:lnTo>
                    <a:pt x="302895" y="1270"/>
                  </a:lnTo>
                  <a:lnTo>
                    <a:pt x="308508" y="25400"/>
                  </a:lnTo>
                  <a:lnTo>
                    <a:pt x="275488" y="40640"/>
                  </a:lnTo>
                  <a:lnTo>
                    <a:pt x="239534" y="36830"/>
                  </a:lnTo>
                  <a:lnTo>
                    <a:pt x="236829" y="12700"/>
                  </a:lnTo>
                  <a:lnTo>
                    <a:pt x="229196" y="15240"/>
                  </a:lnTo>
                  <a:lnTo>
                    <a:pt x="214363" y="20320"/>
                  </a:lnTo>
                  <a:lnTo>
                    <a:pt x="214134" y="20320"/>
                  </a:lnTo>
                  <a:lnTo>
                    <a:pt x="206717" y="22860"/>
                  </a:lnTo>
                  <a:lnTo>
                    <a:pt x="199529" y="25400"/>
                  </a:lnTo>
                  <a:lnTo>
                    <a:pt x="192341" y="29210"/>
                  </a:lnTo>
                  <a:lnTo>
                    <a:pt x="205828" y="49530"/>
                  </a:lnTo>
                  <a:lnTo>
                    <a:pt x="180213" y="74930"/>
                  </a:lnTo>
                  <a:lnTo>
                    <a:pt x="145376" y="85090"/>
                  </a:lnTo>
                  <a:lnTo>
                    <a:pt x="134366" y="62230"/>
                  </a:lnTo>
                  <a:lnTo>
                    <a:pt x="121780" y="72390"/>
                  </a:lnTo>
                  <a:lnTo>
                    <a:pt x="109651" y="82550"/>
                  </a:lnTo>
                  <a:lnTo>
                    <a:pt x="103809" y="87630"/>
                  </a:lnTo>
                  <a:lnTo>
                    <a:pt x="98196" y="92710"/>
                  </a:lnTo>
                  <a:lnTo>
                    <a:pt x="117741" y="107950"/>
                  </a:lnTo>
                  <a:lnTo>
                    <a:pt x="102235" y="139700"/>
                  </a:lnTo>
                  <a:lnTo>
                    <a:pt x="72796" y="161290"/>
                  </a:lnTo>
                  <a:lnTo>
                    <a:pt x="55041" y="144780"/>
                  </a:lnTo>
                  <a:lnTo>
                    <a:pt x="50558" y="151130"/>
                  </a:lnTo>
                  <a:lnTo>
                    <a:pt x="42468" y="163830"/>
                  </a:lnTo>
                  <a:lnTo>
                    <a:pt x="42468" y="165100"/>
                  </a:lnTo>
                  <a:lnTo>
                    <a:pt x="42240" y="165100"/>
                  </a:lnTo>
                  <a:lnTo>
                    <a:pt x="34594" y="177800"/>
                  </a:lnTo>
                  <a:lnTo>
                    <a:pt x="31229" y="185420"/>
                  </a:lnTo>
                  <a:lnTo>
                    <a:pt x="54825" y="193040"/>
                  </a:lnTo>
                  <a:lnTo>
                    <a:pt x="51231" y="228600"/>
                  </a:lnTo>
                  <a:lnTo>
                    <a:pt x="30784" y="259080"/>
                  </a:lnTo>
                  <a:lnTo>
                    <a:pt x="8305" y="248920"/>
                  </a:lnTo>
                  <a:lnTo>
                    <a:pt x="4711" y="264160"/>
                  </a:lnTo>
                  <a:lnTo>
                    <a:pt x="3365" y="271780"/>
                  </a:lnTo>
                  <a:lnTo>
                    <a:pt x="3136" y="271780"/>
                  </a:lnTo>
                  <a:lnTo>
                    <a:pt x="1790" y="279400"/>
                  </a:lnTo>
                  <a:lnTo>
                    <a:pt x="673" y="287020"/>
                  </a:lnTo>
                  <a:lnTo>
                    <a:pt x="0" y="295910"/>
                  </a:lnTo>
                  <a:lnTo>
                    <a:pt x="24485" y="293370"/>
                  </a:lnTo>
                  <a:lnTo>
                    <a:pt x="33477" y="328930"/>
                  </a:lnTo>
                  <a:lnTo>
                    <a:pt x="24485" y="364490"/>
                  </a:lnTo>
                  <a:lnTo>
                    <a:pt x="0" y="361950"/>
                  </a:lnTo>
                  <a:lnTo>
                    <a:pt x="1790" y="378460"/>
                  </a:lnTo>
                  <a:lnTo>
                    <a:pt x="3136" y="386080"/>
                  </a:lnTo>
                  <a:lnTo>
                    <a:pt x="3365" y="386080"/>
                  </a:lnTo>
                  <a:lnTo>
                    <a:pt x="4711" y="393700"/>
                  </a:lnTo>
                  <a:lnTo>
                    <a:pt x="6286" y="401320"/>
                  </a:lnTo>
                  <a:lnTo>
                    <a:pt x="8305" y="408940"/>
                  </a:lnTo>
                  <a:lnTo>
                    <a:pt x="30784" y="398780"/>
                  </a:lnTo>
                  <a:lnTo>
                    <a:pt x="51231" y="429260"/>
                  </a:lnTo>
                  <a:lnTo>
                    <a:pt x="54825" y="464820"/>
                  </a:lnTo>
                  <a:lnTo>
                    <a:pt x="31229" y="472440"/>
                  </a:lnTo>
                  <a:lnTo>
                    <a:pt x="34594" y="478790"/>
                  </a:lnTo>
                  <a:lnTo>
                    <a:pt x="42240" y="492760"/>
                  </a:lnTo>
                  <a:lnTo>
                    <a:pt x="42468" y="492760"/>
                  </a:lnTo>
                  <a:lnTo>
                    <a:pt x="46278" y="500380"/>
                  </a:lnTo>
                  <a:lnTo>
                    <a:pt x="50558" y="506730"/>
                  </a:lnTo>
                  <a:lnTo>
                    <a:pt x="55041" y="513080"/>
                  </a:lnTo>
                  <a:lnTo>
                    <a:pt x="72796" y="496570"/>
                  </a:lnTo>
                  <a:lnTo>
                    <a:pt x="102235" y="516890"/>
                  </a:lnTo>
                  <a:lnTo>
                    <a:pt x="117741" y="549910"/>
                  </a:lnTo>
                  <a:lnTo>
                    <a:pt x="97967" y="565150"/>
                  </a:lnTo>
                  <a:lnTo>
                    <a:pt x="103581" y="570230"/>
                  </a:lnTo>
                  <a:lnTo>
                    <a:pt x="109423" y="575310"/>
                  </a:lnTo>
                  <a:lnTo>
                    <a:pt x="127622" y="590550"/>
                  </a:lnTo>
                  <a:lnTo>
                    <a:pt x="134150" y="595630"/>
                  </a:lnTo>
                  <a:lnTo>
                    <a:pt x="145148" y="572770"/>
                  </a:lnTo>
                  <a:lnTo>
                    <a:pt x="179984" y="582930"/>
                  </a:lnTo>
                  <a:lnTo>
                    <a:pt x="205828" y="608330"/>
                  </a:lnTo>
                  <a:lnTo>
                    <a:pt x="192341" y="628650"/>
                  </a:lnTo>
                  <a:lnTo>
                    <a:pt x="199529" y="631190"/>
                  </a:lnTo>
                  <a:lnTo>
                    <a:pt x="206717" y="635000"/>
                  </a:lnTo>
                  <a:lnTo>
                    <a:pt x="214134" y="637540"/>
                  </a:lnTo>
                  <a:lnTo>
                    <a:pt x="214363" y="637540"/>
                  </a:lnTo>
                  <a:lnTo>
                    <a:pt x="229196" y="642620"/>
                  </a:lnTo>
                  <a:lnTo>
                    <a:pt x="236829" y="645160"/>
                  </a:lnTo>
                  <a:lnTo>
                    <a:pt x="239534" y="619760"/>
                  </a:lnTo>
                  <a:lnTo>
                    <a:pt x="275488" y="617220"/>
                  </a:lnTo>
                  <a:lnTo>
                    <a:pt x="308508" y="632460"/>
                  </a:lnTo>
                  <a:lnTo>
                    <a:pt x="302895" y="656590"/>
                  </a:lnTo>
                  <a:lnTo>
                    <a:pt x="350088" y="656590"/>
                  </a:lnTo>
                  <a:lnTo>
                    <a:pt x="344462" y="632460"/>
                  </a:lnTo>
                  <a:lnTo>
                    <a:pt x="369239" y="621030"/>
                  </a:lnTo>
                  <a:lnTo>
                    <a:pt x="377494" y="617220"/>
                  </a:lnTo>
                  <a:lnTo>
                    <a:pt x="413448" y="619760"/>
                  </a:lnTo>
                  <a:lnTo>
                    <a:pt x="416153" y="645160"/>
                  </a:lnTo>
                  <a:lnTo>
                    <a:pt x="423786" y="642620"/>
                  </a:lnTo>
                  <a:lnTo>
                    <a:pt x="438619" y="637540"/>
                  </a:lnTo>
                  <a:lnTo>
                    <a:pt x="438848" y="637540"/>
                  </a:lnTo>
                  <a:lnTo>
                    <a:pt x="446265" y="635000"/>
                  </a:lnTo>
                  <a:lnTo>
                    <a:pt x="453453" y="631190"/>
                  </a:lnTo>
                  <a:lnTo>
                    <a:pt x="460641" y="628650"/>
                  </a:lnTo>
                  <a:lnTo>
                    <a:pt x="453059" y="617220"/>
                  </a:lnTo>
                  <a:lnTo>
                    <a:pt x="447154" y="608330"/>
                  </a:lnTo>
                  <a:lnTo>
                    <a:pt x="472998" y="582930"/>
                  </a:lnTo>
                  <a:lnTo>
                    <a:pt x="507822" y="572770"/>
                  </a:lnTo>
                  <a:lnTo>
                    <a:pt x="518833" y="595630"/>
                  </a:lnTo>
                  <a:lnTo>
                    <a:pt x="531418" y="585470"/>
                  </a:lnTo>
                  <a:lnTo>
                    <a:pt x="543560" y="575310"/>
                  </a:lnTo>
                  <a:lnTo>
                    <a:pt x="546481" y="572770"/>
                  </a:lnTo>
                  <a:lnTo>
                    <a:pt x="549402" y="570230"/>
                  </a:lnTo>
                  <a:lnTo>
                    <a:pt x="555015" y="565150"/>
                  </a:lnTo>
                  <a:lnTo>
                    <a:pt x="535241" y="549910"/>
                  </a:lnTo>
                  <a:lnTo>
                    <a:pt x="550748" y="516890"/>
                  </a:lnTo>
                  <a:lnTo>
                    <a:pt x="580186" y="496570"/>
                  </a:lnTo>
                  <a:lnTo>
                    <a:pt x="597941" y="513080"/>
                  </a:lnTo>
                  <a:lnTo>
                    <a:pt x="602424" y="506730"/>
                  </a:lnTo>
                  <a:lnTo>
                    <a:pt x="606475" y="500380"/>
                  </a:lnTo>
                  <a:lnTo>
                    <a:pt x="608495" y="496570"/>
                  </a:lnTo>
                  <a:lnTo>
                    <a:pt x="610514" y="492760"/>
                  </a:lnTo>
                  <a:lnTo>
                    <a:pt x="610743" y="492760"/>
                  </a:lnTo>
                  <a:lnTo>
                    <a:pt x="614565" y="486410"/>
                  </a:lnTo>
                  <a:lnTo>
                    <a:pt x="618388" y="478790"/>
                  </a:lnTo>
                  <a:lnTo>
                    <a:pt x="621753" y="472440"/>
                  </a:lnTo>
                  <a:lnTo>
                    <a:pt x="598157" y="464820"/>
                  </a:lnTo>
                  <a:lnTo>
                    <a:pt x="601751" y="429260"/>
                  </a:lnTo>
                  <a:lnTo>
                    <a:pt x="622198" y="398780"/>
                  </a:lnTo>
                  <a:lnTo>
                    <a:pt x="644677" y="408940"/>
                  </a:lnTo>
                  <a:lnTo>
                    <a:pt x="646696" y="401320"/>
                  </a:lnTo>
                  <a:lnTo>
                    <a:pt x="647217" y="398780"/>
                  </a:lnTo>
                  <a:lnTo>
                    <a:pt x="648271" y="393700"/>
                  </a:lnTo>
                  <a:lnTo>
                    <a:pt x="650963" y="378460"/>
                  </a:lnTo>
                  <a:lnTo>
                    <a:pt x="652094" y="370840"/>
                  </a:lnTo>
                  <a:lnTo>
                    <a:pt x="652653" y="364490"/>
                  </a:lnTo>
                  <a:lnTo>
                    <a:pt x="652767" y="363220"/>
                  </a:lnTo>
                  <a:close/>
                </a:path>
              </a:pathLst>
            </a:custGeom>
            <a:solidFill>
              <a:srgbClr val="B1C78B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31" name="object 31"/>
            <p:cNvSpPr/>
            <p:nvPr/>
          </p:nvSpPr>
          <p:spPr>
            <a:xfrm>
              <a:off x="962783" y="6738449"/>
              <a:ext cx="508000" cy="508634"/>
            </a:xfrm>
            <a:custGeom>
              <a:avLst/>
              <a:gdLst/>
              <a:ahLst/>
              <a:cxnLst/>
              <a:rect l="l" t="t" r="r" b="b"/>
              <a:pathLst>
                <a:path w="508000" h="508634">
                  <a:moveTo>
                    <a:pt x="253691" y="0"/>
                  </a:moveTo>
                  <a:lnTo>
                    <a:pt x="208091" y="4096"/>
                  </a:lnTo>
                  <a:lnTo>
                    <a:pt x="165172" y="15905"/>
                  </a:lnTo>
                  <a:lnTo>
                    <a:pt x="125650" y="34709"/>
                  </a:lnTo>
                  <a:lnTo>
                    <a:pt x="90243" y="59790"/>
                  </a:lnTo>
                  <a:lnTo>
                    <a:pt x="59666" y="90431"/>
                  </a:lnTo>
                  <a:lnTo>
                    <a:pt x="34637" y="125911"/>
                  </a:lnTo>
                  <a:lnTo>
                    <a:pt x="15872" y="165515"/>
                  </a:lnTo>
                  <a:lnTo>
                    <a:pt x="4087" y="208523"/>
                  </a:lnTo>
                  <a:lnTo>
                    <a:pt x="0" y="254217"/>
                  </a:lnTo>
                  <a:lnTo>
                    <a:pt x="4087" y="299916"/>
                  </a:lnTo>
                  <a:lnTo>
                    <a:pt x="15872" y="342926"/>
                  </a:lnTo>
                  <a:lnTo>
                    <a:pt x="34637" y="382531"/>
                  </a:lnTo>
                  <a:lnTo>
                    <a:pt x="59666" y="418011"/>
                  </a:lnTo>
                  <a:lnTo>
                    <a:pt x="90243" y="448649"/>
                  </a:lnTo>
                  <a:lnTo>
                    <a:pt x="125650" y="473729"/>
                  </a:lnTo>
                  <a:lnTo>
                    <a:pt x="165172" y="492531"/>
                  </a:lnTo>
                  <a:lnTo>
                    <a:pt x="208091" y="504339"/>
                  </a:lnTo>
                  <a:lnTo>
                    <a:pt x="253691" y="508434"/>
                  </a:lnTo>
                  <a:lnTo>
                    <a:pt x="299291" y="504339"/>
                  </a:lnTo>
                  <a:lnTo>
                    <a:pt x="342210" y="492531"/>
                  </a:lnTo>
                  <a:lnTo>
                    <a:pt x="381732" y="473729"/>
                  </a:lnTo>
                  <a:lnTo>
                    <a:pt x="417140" y="448649"/>
                  </a:lnTo>
                  <a:lnTo>
                    <a:pt x="447717" y="418011"/>
                  </a:lnTo>
                  <a:lnTo>
                    <a:pt x="472746" y="382531"/>
                  </a:lnTo>
                  <a:lnTo>
                    <a:pt x="491512" y="342926"/>
                  </a:lnTo>
                  <a:lnTo>
                    <a:pt x="503297" y="299916"/>
                  </a:lnTo>
                  <a:lnTo>
                    <a:pt x="507384" y="254217"/>
                  </a:lnTo>
                  <a:lnTo>
                    <a:pt x="503297" y="208523"/>
                  </a:lnTo>
                  <a:lnTo>
                    <a:pt x="491512" y="165515"/>
                  </a:lnTo>
                  <a:lnTo>
                    <a:pt x="472746" y="125911"/>
                  </a:lnTo>
                  <a:lnTo>
                    <a:pt x="447717" y="90431"/>
                  </a:lnTo>
                  <a:lnTo>
                    <a:pt x="417140" y="59790"/>
                  </a:lnTo>
                  <a:lnTo>
                    <a:pt x="381732" y="34709"/>
                  </a:lnTo>
                  <a:lnTo>
                    <a:pt x="342210" y="15905"/>
                  </a:lnTo>
                  <a:lnTo>
                    <a:pt x="299291" y="4096"/>
                  </a:lnTo>
                  <a:lnTo>
                    <a:pt x="2536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1186" y="6924177"/>
              <a:ext cx="199990" cy="13707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02505" y="6924158"/>
              <a:ext cx="249255" cy="13703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204190" y="7100388"/>
              <a:ext cx="24765" cy="112395"/>
            </a:xfrm>
            <a:custGeom>
              <a:avLst/>
              <a:gdLst/>
              <a:ahLst/>
              <a:cxnLst/>
              <a:rect l="l" t="t" r="r" b="b"/>
              <a:pathLst>
                <a:path w="24765" h="112395">
                  <a:moveTo>
                    <a:pt x="24582" y="0"/>
                  </a:moveTo>
                  <a:lnTo>
                    <a:pt x="0" y="0"/>
                  </a:lnTo>
                  <a:lnTo>
                    <a:pt x="0" y="111819"/>
                  </a:lnTo>
                  <a:lnTo>
                    <a:pt x="24582" y="111819"/>
                  </a:lnTo>
                  <a:lnTo>
                    <a:pt x="24582" y="0"/>
                  </a:lnTo>
                  <a:close/>
                </a:path>
              </a:pathLst>
            </a:custGeom>
            <a:solidFill>
              <a:srgbClr val="7EA23E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</p:grpSp>
      <p:sp>
        <p:nvSpPr>
          <p:cNvPr id="35" name="object 35"/>
          <p:cNvSpPr txBox="1">
            <a:spLocks noGrp="1"/>
          </p:cNvSpPr>
          <p:nvPr>
            <p:ph type="body" idx="1"/>
          </p:nvPr>
        </p:nvSpPr>
        <p:spPr>
          <a:xfrm>
            <a:off x="2328798" y="5968454"/>
            <a:ext cx="4431030" cy="302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705" marR="86360">
              <a:lnSpc>
                <a:spcPct val="150000"/>
              </a:lnSpc>
              <a:spcBef>
                <a:spcPts val="1655"/>
              </a:spcBef>
            </a:pPr>
            <a:r>
              <a:rPr lang="en-US" noProof="0" dirty="0"/>
              <a:t>Software Design: </a:t>
            </a:r>
            <a:r>
              <a:rPr lang="en-US" b="0" spc="15" dirty="0">
                <a:solidFill>
                  <a:srgbClr val="000000"/>
                </a:solidFill>
              </a:rPr>
              <a:t>High / Mid / Low level design</a:t>
            </a:r>
            <a:br>
              <a:rPr lang="en-US" b="0" spc="15" dirty="0">
                <a:solidFill>
                  <a:srgbClr val="000000"/>
                </a:solidFill>
              </a:rPr>
            </a:br>
            <a:r>
              <a:rPr lang="en-US" noProof="0" dirty="0"/>
              <a:t>Backend</a:t>
            </a:r>
            <a:r>
              <a:rPr lang="en-US" b="0" noProof="0" dirty="0">
                <a:solidFill>
                  <a:srgbClr val="000000"/>
                </a:solidFill>
                <a:latin typeface="Calibri"/>
                <a:cs typeface="Calibri"/>
              </a:rPr>
              <a:t>:</a:t>
            </a:r>
            <a:r>
              <a:rPr lang="en-US" b="0" spc="15" noProof="0" dirty="0">
                <a:solidFill>
                  <a:srgbClr val="000000"/>
                </a:solidFill>
                <a:latin typeface="Calibri"/>
                <a:cs typeface="Calibri"/>
              </a:rPr>
              <a:t> Python / </a:t>
            </a:r>
            <a:r>
              <a:rPr lang="en-US" b="0" dirty="0">
                <a:solidFill>
                  <a:srgbClr val="000000"/>
                </a:solidFill>
              </a:rPr>
              <a:t>Django</a:t>
            </a:r>
            <a:r>
              <a:rPr lang="en-US" b="0" spc="-5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/</a:t>
            </a:r>
            <a:r>
              <a:rPr lang="en-US" b="0" spc="-10" dirty="0">
                <a:solidFill>
                  <a:srgbClr val="000000"/>
                </a:solidFill>
              </a:rPr>
              <a:t> Flask / PHP / Symfony</a:t>
            </a:r>
            <a:r>
              <a:rPr lang="en-US" b="0" spc="-20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/</a:t>
            </a:r>
            <a:r>
              <a:rPr lang="en-US" b="0" spc="5" dirty="0">
                <a:solidFill>
                  <a:srgbClr val="000000"/>
                </a:solidFill>
              </a:rPr>
              <a:t> </a:t>
            </a:r>
            <a:r>
              <a:rPr lang="en-US" b="0" spc="-10" dirty="0" err="1">
                <a:solidFill>
                  <a:srgbClr val="000000"/>
                </a:solidFill>
              </a:rPr>
              <a:t>CakePHP</a:t>
            </a:r>
            <a:endParaRPr lang="en-US" b="0" spc="-20" noProof="0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179705" marR="271780">
              <a:lnSpc>
                <a:spcPct val="100000"/>
              </a:lnSpc>
              <a:spcBef>
                <a:spcPts val="960"/>
              </a:spcBef>
            </a:pPr>
            <a:r>
              <a:rPr lang="en-US" noProof="0" dirty="0"/>
              <a:t>Frontend</a:t>
            </a:r>
            <a:r>
              <a:rPr lang="en-US" b="0" noProof="0" dirty="0">
                <a:solidFill>
                  <a:srgbClr val="000000"/>
                </a:solidFill>
                <a:latin typeface="Calibri"/>
                <a:cs typeface="Calibri"/>
              </a:rPr>
              <a:t>:</a:t>
            </a:r>
            <a:r>
              <a:rPr lang="en-US" b="0" spc="5" noProof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b="0" spc="-10" dirty="0">
                <a:solidFill>
                  <a:srgbClr val="000000"/>
                </a:solidFill>
              </a:rPr>
              <a:t>JavaScript</a:t>
            </a:r>
            <a:r>
              <a:rPr lang="en-US" b="0" spc="-25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/</a:t>
            </a:r>
            <a:r>
              <a:rPr lang="en-US" b="0" spc="-15" dirty="0">
                <a:solidFill>
                  <a:srgbClr val="000000"/>
                </a:solidFill>
              </a:rPr>
              <a:t> </a:t>
            </a:r>
            <a:r>
              <a:rPr lang="en-US" b="0" spc="-10" dirty="0">
                <a:solidFill>
                  <a:srgbClr val="000000"/>
                </a:solidFill>
              </a:rPr>
              <a:t>TypeScript</a:t>
            </a:r>
            <a:r>
              <a:rPr lang="en-US" b="0" spc="-40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/</a:t>
            </a:r>
            <a:r>
              <a:rPr lang="en-US" b="0" spc="-5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React</a:t>
            </a:r>
            <a:r>
              <a:rPr lang="en-US" b="0" spc="10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/</a:t>
            </a:r>
            <a:r>
              <a:rPr lang="en-US" b="0" spc="-15" dirty="0">
                <a:solidFill>
                  <a:srgbClr val="000000"/>
                </a:solidFill>
              </a:rPr>
              <a:t> </a:t>
            </a:r>
            <a:r>
              <a:rPr lang="en-US" b="0" noProof="0" dirty="0">
                <a:solidFill>
                  <a:srgbClr val="000000"/>
                </a:solidFill>
                <a:latin typeface="Calibri"/>
                <a:cs typeface="Calibri"/>
              </a:rPr>
              <a:t>Angular</a:t>
            </a:r>
            <a:r>
              <a:rPr lang="en-US" b="0" spc="-40" noProof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b="0" noProof="0" dirty="0">
                <a:solidFill>
                  <a:srgbClr val="000000"/>
                </a:solidFill>
                <a:latin typeface="Calibri"/>
                <a:cs typeface="Calibri"/>
              </a:rPr>
              <a:t>/</a:t>
            </a:r>
            <a:r>
              <a:rPr lang="en-US" b="0" spc="-5" noProof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b="0" noProof="0" dirty="0">
                <a:solidFill>
                  <a:srgbClr val="000000"/>
                </a:solidFill>
                <a:latin typeface="Calibri"/>
                <a:cs typeface="Calibri"/>
              </a:rPr>
              <a:t>Node.js</a:t>
            </a:r>
            <a:r>
              <a:rPr lang="en-US" b="0" spc="-20" noProof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b="0" noProof="0" dirty="0">
                <a:solidFill>
                  <a:srgbClr val="000000"/>
                </a:solidFill>
                <a:latin typeface="Calibri"/>
                <a:cs typeface="Calibri"/>
              </a:rPr>
              <a:t>/</a:t>
            </a:r>
            <a:r>
              <a:rPr lang="en-US" b="0" spc="-15" noProof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b="0" noProof="0" dirty="0">
                <a:solidFill>
                  <a:srgbClr val="000000"/>
                </a:solidFill>
                <a:latin typeface="Calibri"/>
                <a:cs typeface="Calibri"/>
              </a:rPr>
              <a:t>jQuery</a:t>
            </a:r>
            <a:r>
              <a:rPr lang="en-US" b="0" spc="-25" noProof="0" dirty="0">
                <a:solidFill>
                  <a:srgbClr val="000000"/>
                </a:solidFill>
                <a:latin typeface="Calibri"/>
                <a:cs typeface="Calibri"/>
              </a:rPr>
              <a:t> / LESS / SASS / Bootstrap / Material / Ionic / </a:t>
            </a:r>
            <a:r>
              <a:rPr lang="en-US" b="0" dirty="0">
                <a:solidFill>
                  <a:srgbClr val="000000"/>
                </a:solidFill>
              </a:rPr>
              <a:t>HTML5</a:t>
            </a:r>
            <a:r>
              <a:rPr lang="en-US" b="0" spc="-5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/</a:t>
            </a:r>
            <a:r>
              <a:rPr lang="en-US" b="0" spc="-15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CSS3</a:t>
            </a:r>
            <a:endParaRPr lang="en-US" b="0" spc="-25" noProof="0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179705">
              <a:spcBef>
                <a:spcPts val="960"/>
              </a:spcBef>
            </a:pPr>
            <a:r>
              <a:rPr lang="en-US" noProof="0" dirty="0"/>
              <a:t>Databases</a:t>
            </a:r>
            <a:r>
              <a:rPr lang="en-US" b="0" spc="-10" noProof="0" dirty="0">
                <a:solidFill>
                  <a:srgbClr val="000000"/>
                </a:solidFill>
                <a:latin typeface="Calibri"/>
                <a:cs typeface="Calibri"/>
              </a:rPr>
              <a:t>: </a:t>
            </a:r>
            <a:r>
              <a:rPr lang="en-US" b="0" spc="-10" dirty="0">
                <a:solidFill>
                  <a:srgbClr val="000000"/>
                </a:solidFill>
              </a:rPr>
              <a:t>PostgreSQL</a:t>
            </a:r>
            <a:r>
              <a:rPr lang="en-US" b="0" spc="-25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/ MySQL</a:t>
            </a:r>
            <a:r>
              <a:rPr lang="en-US" b="0" spc="-20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/</a:t>
            </a:r>
            <a:r>
              <a:rPr lang="en-US" b="0" spc="-5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REDIS</a:t>
            </a:r>
            <a:r>
              <a:rPr lang="en-US" b="0" spc="-20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/</a:t>
            </a:r>
            <a:r>
              <a:rPr lang="en-US" b="0" spc="-5" dirty="0">
                <a:solidFill>
                  <a:srgbClr val="000000"/>
                </a:solidFill>
              </a:rPr>
              <a:t> </a:t>
            </a:r>
            <a:r>
              <a:rPr lang="en-US" b="0" spc="-10" dirty="0">
                <a:solidFill>
                  <a:srgbClr val="000000"/>
                </a:solidFill>
              </a:rPr>
              <a:t>Elasticsearch / DynamoDB</a:t>
            </a:r>
            <a:r>
              <a:rPr lang="en-US" b="0" spc="5" dirty="0">
                <a:solidFill>
                  <a:srgbClr val="000000"/>
                </a:solidFill>
              </a:rPr>
              <a:t> </a:t>
            </a:r>
            <a:r>
              <a:rPr lang="en-US" sz="1000" b="0" dirty="0">
                <a:solidFill>
                  <a:srgbClr val="000000"/>
                </a:solidFill>
              </a:rPr>
              <a:t>/</a:t>
            </a:r>
            <a:r>
              <a:rPr lang="en-US" sz="1000" b="0" spc="-10" dirty="0">
                <a:solidFill>
                  <a:srgbClr val="000000"/>
                </a:solidFill>
              </a:rPr>
              <a:t> </a:t>
            </a:r>
            <a:r>
              <a:rPr lang="en-US" sz="1000" b="0" dirty="0">
                <a:solidFill>
                  <a:srgbClr val="000000"/>
                </a:solidFill>
              </a:rPr>
              <a:t>SQL</a:t>
            </a:r>
            <a:r>
              <a:rPr lang="en-US" sz="1000" b="0" spc="5" dirty="0">
                <a:solidFill>
                  <a:srgbClr val="000000"/>
                </a:solidFill>
              </a:rPr>
              <a:t> </a:t>
            </a:r>
            <a:r>
              <a:rPr lang="en-US" sz="1000" b="0" dirty="0">
                <a:solidFill>
                  <a:srgbClr val="000000"/>
                </a:solidFill>
              </a:rPr>
              <a:t>Server</a:t>
            </a:r>
            <a:r>
              <a:rPr lang="en-US" sz="1000" b="0" spc="25" dirty="0">
                <a:solidFill>
                  <a:srgbClr val="000000"/>
                </a:solidFill>
              </a:rPr>
              <a:t> </a:t>
            </a:r>
            <a:r>
              <a:rPr lang="en-US" sz="1000" b="0" dirty="0">
                <a:solidFill>
                  <a:srgbClr val="000000"/>
                </a:solidFill>
              </a:rPr>
              <a:t>/</a:t>
            </a:r>
            <a:r>
              <a:rPr lang="en-US" sz="1000" b="0" spc="-15" dirty="0">
                <a:solidFill>
                  <a:srgbClr val="000000"/>
                </a:solidFill>
              </a:rPr>
              <a:t> </a:t>
            </a:r>
            <a:r>
              <a:rPr lang="en-US" sz="1000" b="0" spc="-10" dirty="0">
                <a:solidFill>
                  <a:srgbClr val="000000"/>
                </a:solidFill>
              </a:rPr>
              <a:t>Oracle</a:t>
            </a:r>
            <a:endParaRPr lang="en-US" sz="1000" dirty="0"/>
          </a:p>
          <a:p>
            <a:pPr marL="179705">
              <a:spcBef>
                <a:spcPts val="960"/>
              </a:spcBef>
            </a:pPr>
            <a:r>
              <a:rPr lang="en-US" dirty="0"/>
              <a:t>DevOps</a:t>
            </a:r>
            <a:r>
              <a:rPr lang="en-US" b="0" spc="-10" dirty="0">
                <a:solidFill>
                  <a:srgbClr val="000000"/>
                </a:solidFill>
              </a:rPr>
              <a:t>: IaaS, CDK, CI/CD, Pipeline construction, Monitoring</a:t>
            </a:r>
          </a:p>
          <a:p>
            <a:pPr marL="179705">
              <a:lnSpc>
                <a:spcPct val="100000"/>
              </a:lnSpc>
              <a:spcBef>
                <a:spcPts val="960"/>
              </a:spcBef>
            </a:pPr>
            <a:r>
              <a:rPr lang="en-US" noProof="0" dirty="0"/>
              <a:t>Could Computing</a:t>
            </a:r>
            <a:r>
              <a:rPr lang="en-US" b="0" spc="-10" noProof="0" dirty="0">
                <a:solidFill>
                  <a:srgbClr val="000000"/>
                </a:solidFill>
                <a:latin typeface="Calibri"/>
                <a:cs typeface="Calibri"/>
              </a:rPr>
              <a:t>: AWS Lambda, API Gateway, CloudWatch, SQS, SNS, </a:t>
            </a:r>
            <a:r>
              <a:rPr lang="en-US" b="0" spc="-10" noProof="0" dirty="0" err="1">
                <a:solidFill>
                  <a:srgbClr val="000000"/>
                </a:solidFill>
                <a:latin typeface="Calibri"/>
                <a:cs typeface="Calibri"/>
              </a:rPr>
              <a:t>Quicksight</a:t>
            </a:r>
            <a:r>
              <a:rPr lang="en-US" b="0" spc="-10" noProof="0" dirty="0">
                <a:solidFill>
                  <a:srgbClr val="000000"/>
                </a:solidFill>
                <a:latin typeface="Calibri"/>
                <a:cs typeface="Calibri"/>
              </a:rPr>
              <a:t>, Amazon Q, Bedrock, SageMaker, EC2, CloudFront</a:t>
            </a:r>
            <a:r>
              <a:rPr lang="en-US" b="0" spc="-10" dirty="0">
                <a:solidFill>
                  <a:srgbClr val="000000"/>
                </a:solidFill>
              </a:rPr>
              <a:t>…</a:t>
            </a:r>
            <a:endParaRPr lang="en-US" b="0" spc="-10" noProof="0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179705" marR="46990">
              <a:lnSpc>
                <a:spcPct val="100000"/>
              </a:lnSpc>
              <a:spcBef>
                <a:spcPts val="960"/>
              </a:spcBef>
            </a:pPr>
            <a:r>
              <a:rPr lang="en-US" spc="-20" noProof="0" dirty="0"/>
              <a:t>Tools</a:t>
            </a:r>
            <a:r>
              <a:rPr lang="en-US" b="0" spc="-20" noProof="0" dirty="0">
                <a:solidFill>
                  <a:srgbClr val="000000"/>
                </a:solidFill>
                <a:latin typeface="Calibri"/>
                <a:cs typeface="Calibri"/>
              </a:rPr>
              <a:t>:</a:t>
            </a:r>
            <a:r>
              <a:rPr lang="en-US" b="0" spc="-10" noProof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Jira</a:t>
            </a:r>
            <a:r>
              <a:rPr lang="en-US" b="0" spc="-15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/</a:t>
            </a:r>
            <a:r>
              <a:rPr lang="en-US" b="0" spc="-25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Confluence /</a:t>
            </a:r>
            <a:r>
              <a:rPr lang="en-US" b="0" spc="-20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Docker</a:t>
            </a:r>
            <a:r>
              <a:rPr lang="en-US" b="0" spc="-15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/</a:t>
            </a:r>
            <a:r>
              <a:rPr lang="en-US" b="0" spc="-10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Git</a:t>
            </a:r>
            <a:r>
              <a:rPr lang="en-US" b="0" spc="-15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/</a:t>
            </a:r>
            <a:r>
              <a:rPr lang="en-US" b="0" spc="-20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Gitlab</a:t>
            </a:r>
            <a:r>
              <a:rPr lang="en-US" b="0" spc="-25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/</a:t>
            </a:r>
            <a:r>
              <a:rPr lang="en-US" b="0" spc="-20" dirty="0">
                <a:solidFill>
                  <a:srgbClr val="000000"/>
                </a:solidFill>
              </a:rPr>
              <a:t> </a:t>
            </a:r>
            <a:r>
              <a:rPr lang="en-US" b="0" noProof="0" dirty="0">
                <a:solidFill>
                  <a:srgbClr val="000000"/>
                </a:solidFill>
                <a:latin typeface="Calibri"/>
                <a:cs typeface="Calibri"/>
              </a:rPr>
              <a:t>Photoshop</a:t>
            </a:r>
            <a:r>
              <a:rPr lang="en-US" b="0" spc="-30" noProof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b="0" noProof="0" dirty="0">
                <a:solidFill>
                  <a:srgbClr val="000000"/>
                </a:solidFill>
                <a:latin typeface="Calibri"/>
                <a:cs typeface="Calibri"/>
              </a:rPr>
              <a:t>/</a:t>
            </a:r>
            <a:r>
              <a:rPr lang="en-US" b="0" spc="-15" noProof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b="0" noProof="0" dirty="0">
                <a:solidFill>
                  <a:srgbClr val="000000"/>
                </a:solidFill>
                <a:latin typeface="Calibri"/>
                <a:cs typeface="Calibri"/>
              </a:rPr>
              <a:t>Gimp</a:t>
            </a:r>
            <a:r>
              <a:rPr lang="en-US" b="0" spc="-10" noProof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b="0" noProof="0" dirty="0">
                <a:solidFill>
                  <a:srgbClr val="000000"/>
                </a:solidFill>
                <a:latin typeface="Calibri"/>
                <a:cs typeface="Calibri"/>
              </a:rPr>
              <a:t>/</a:t>
            </a:r>
            <a:r>
              <a:rPr lang="en-US" b="0" spc="-15" noProof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b="0" spc="-15" noProof="0" dirty="0" err="1">
                <a:solidFill>
                  <a:srgbClr val="000000"/>
                </a:solidFill>
                <a:latin typeface="Calibri"/>
                <a:cs typeface="Calibri"/>
              </a:rPr>
              <a:t>PlantUML</a:t>
            </a:r>
            <a:r>
              <a:rPr lang="en-US" b="0" spc="-15" noProof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b="0" noProof="0" dirty="0">
                <a:solidFill>
                  <a:srgbClr val="000000"/>
                </a:solidFill>
                <a:latin typeface="Calibri"/>
                <a:cs typeface="Calibri"/>
              </a:rPr>
              <a:t>/</a:t>
            </a:r>
            <a:r>
              <a:rPr lang="en-US" b="0" spc="-15" noProof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b="0" noProof="0" dirty="0">
                <a:solidFill>
                  <a:srgbClr val="000000"/>
                </a:solidFill>
                <a:latin typeface="Calibri"/>
                <a:cs typeface="Calibri"/>
              </a:rPr>
              <a:t>MySQL</a:t>
            </a:r>
            <a:r>
              <a:rPr lang="en-US" b="0" spc="-15" noProof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b="0" spc="-10" noProof="0" dirty="0">
                <a:solidFill>
                  <a:srgbClr val="000000"/>
                </a:solidFill>
                <a:latin typeface="Calibri"/>
                <a:cs typeface="Calibri"/>
              </a:rPr>
              <a:t>Workbench</a:t>
            </a:r>
            <a:r>
              <a:rPr lang="en-US" b="0" spc="-40" noProof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/</a:t>
            </a:r>
            <a:r>
              <a:rPr lang="en-US" b="0" spc="-5" dirty="0">
                <a:solidFill>
                  <a:srgbClr val="000000"/>
                </a:solidFill>
              </a:rPr>
              <a:t> </a:t>
            </a:r>
            <a:r>
              <a:rPr lang="en-US" b="0" spc="-10" dirty="0">
                <a:solidFill>
                  <a:srgbClr val="000000"/>
                </a:solidFill>
              </a:rPr>
              <a:t>WordPress</a:t>
            </a:r>
            <a:r>
              <a:rPr lang="en-US" b="0" spc="-25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/</a:t>
            </a:r>
            <a:r>
              <a:rPr lang="en-US" b="0" spc="20" dirty="0">
                <a:solidFill>
                  <a:srgbClr val="000000"/>
                </a:solidFill>
              </a:rPr>
              <a:t> </a:t>
            </a:r>
            <a:r>
              <a:rPr lang="en-US" b="0" spc="-10" dirty="0" err="1">
                <a:solidFill>
                  <a:srgbClr val="000000"/>
                </a:solidFill>
              </a:rPr>
              <a:t>PrestaShop</a:t>
            </a:r>
            <a:r>
              <a:rPr lang="en-US" b="0" spc="-30" dirty="0">
                <a:solidFill>
                  <a:srgbClr val="000000"/>
                </a:solidFill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/</a:t>
            </a:r>
            <a:r>
              <a:rPr lang="en-US" b="0" spc="-10" dirty="0">
                <a:solidFill>
                  <a:srgbClr val="000000"/>
                </a:solidFill>
              </a:rPr>
              <a:t> Joomla </a:t>
            </a:r>
            <a:r>
              <a:rPr lang="en-US" b="0" noProof="0" dirty="0">
                <a:solidFill>
                  <a:srgbClr val="000000"/>
                </a:solidFill>
                <a:latin typeface="Calibri"/>
                <a:cs typeface="Calibri"/>
              </a:rPr>
              <a:t>/</a:t>
            </a:r>
            <a:r>
              <a:rPr lang="en-US" b="0" spc="-10" noProof="0" dirty="0">
                <a:solidFill>
                  <a:srgbClr val="000000"/>
                </a:solidFill>
                <a:latin typeface="Calibri"/>
                <a:cs typeface="Calibri"/>
              </a:rPr>
              <a:t> Google </a:t>
            </a:r>
            <a:r>
              <a:rPr lang="en-US" b="0" noProof="0" dirty="0">
                <a:solidFill>
                  <a:srgbClr val="000000"/>
                </a:solidFill>
                <a:latin typeface="Calibri"/>
                <a:cs typeface="Calibri"/>
              </a:rPr>
              <a:t>Analytics</a:t>
            </a:r>
            <a:r>
              <a:rPr lang="en-US" b="0" spc="-10" noProof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b="0" noProof="0" dirty="0">
                <a:solidFill>
                  <a:srgbClr val="000000"/>
                </a:solidFill>
                <a:latin typeface="Calibri"/>
                <a:cs typeface="Calibri"/>
              </a:rPr>
              <a:t>/</a:t>
            </a:r>
            <a:r>
              <a:rPr lang="en-US" b="0" spc="-15" noProof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b="0" noProof="0" dirty="0">
                <a:solidFill>
                  <a:srgbClr val="000000"/>
                </a:solidFill>
                <a:latin typeface="Calibri"/>
                <a:cs typeface="Calibri"/>
              </a:rPr>
              <a:t>AdSense</a:t>
            </a:r>
            <a:r>
              <a:rPr lang="en-US" b="0" spc="-15" noProof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b="0" noProof="0" dirty="0">
                <a:solidFill>
                  <a:srgbClr val="000000"/>
                </a:solidFill>
                <a:latin typeface="Calibri"/>
                <a:cs typeface="Calibri"/>
              </a:rPr>
              <a:t>/</a:t>
            </a:r>
            <a:r>
              <a:rPr lang="en-US" b="0" spc="-5" noProof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b="0" spc="-10" noProof="0" dirty="0">
                <a:solidFill>
                  <a:srgbClr val="000000"/>
                </a:solidFill>
                <a:latin typeface="Calibri"/>
                <a:cs typeface="Calibri"/>
              </a:rPr>
              <a:t>AdWords</a:t>
            </a:r>
            <a:r>
              <a:rPr lang="en-US" b="0" spc="-40" noProof="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b="0" spc="-20" noProof="0" dirty="0">
                <a:solidFill>
                  <a:srgbClr val="000000"/>
                </a:solidFill>
                <a:latin typeface="Calibri"/>
                <a:cs typeface="Calibri"/>
              </a:rPr>
              <a:t>…</a:t>
            </a:r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43167224-46B9-3BCB-4F4C-719F8188D3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88" y="2189126"/>
            <a:ext cx="1321175" cy="1321175"/>
          </a:xfrm>
          <a:prstGeom prst="rect">
            <a:avLst/>
          </a:prstGeom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0EBDADE8-576E-CA86-5D20-FEC06EB48B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17" y="3647968"/>
            <a:ext cx="1338316" cy="1338316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1C74413B-9B7A-CFDD-4DCD-E51EC963F4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531" y="5138684"/>
            <a:ext cx="1338316" cy="1338316"/>
          </a:xfrm>
          <a:prstGeom prst="rect">
            <a:avLst/>
          </a:prstGeom>
        </p:spPr>
      </p:pic>
      <p:pic>
        <p:nvPicPr>
          <p:cNvPr id="15" name="Picture 2" descr="AWS Certified AI Practitioner Certification | AWS Certification | AWS">
            <a:extLst>
              <a:ext uri="{FF2B5EF4-FFF2-40B4-BE49-F238E27FC236}">
                <a16:creationId xmlns:a16="http://schemas.microsoft.com/office/drawing/2014/main" id="{6355BC75-4C28-18FE-232E-96ABCCD1F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10" y="628650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" name="object 19">
            <a:extLst>
              <a:ext uri="{FF2B5EF4-FFF2-40B4-BE49-F238E27FC236}">
                <a16:creationId xmlns:a16="http://schemas.microsoft.com/office/drawing/2014/main" id="{A3072C45-5EF4-F068-4A5E-FBC6A1050DDC}"/>
              </a:ext>
            </a:extLst>
          </p:cNvPr>
          <p:cNvGrpSpPr/>
          <p:nvPr/>
        </p:nvGrpSpPr>
        <p:grpSpPr>
          <a:xfrm>
            <a:off x="2074545" y="9243695"/>
            <a:ext cx="2941320" cy="586105"/>
            <a:chOff x="2074545" y="830580"/>
            <a:chExt cx="2941320" cy="586105"/>
          </a:xfrm>
        </p:grpSpPr>
        <p:sp>
          <p:nvSpPr>
            <p:cNvPr id="44" name="object 20">
              <a:extLst>
                <a:ext uri="{FF2B5EF4-FFF2-40B4-BE49-F238E27FC236}">
                  <a16:creationId xmlns:a16="http://schemas.microsoft.com/office/drawing/2014/main" id="{1702F272-420C-C51B-00F6-0EA3103F91BA}"/>
                </a:ext>
              </a:extLst>
            </p:cNvPr>
            <p:cNvSpPr/>
            <p:nvPr/>
          </p:nvSpPr>
          <p:spPr>
            <a:xfrm>
              <a:off x="2074545" y="1199896"/>
              <a:ext cx="260350" cy="216535"/>
            </a:xfrm>
            <a:custGeom>
              <a:avLst/>
              <a:gdLst/>
              <a:ahLst/>
              <a:cxnLst/>
              <a:rect l="l" t="t" r="r" b="b"/>
              <a:pathLst>
                <a:path w="260350" h="216534">
                  <a:moveTo>
                    <a:pt x="259842" y="0"/>
                  </a:moveTo>
                  <a:lnTo>
                    <a:pt x="0" y="7747"/>
                  </a:lnTo>
                  <a:lnTo>
                    <a:pt x="248031" y="216534"/>
                  </a:lnTo>
                  <a:lnTo>
                    <a:pt x="259842" y="0"/>
                  </a:lnTo>
                  <a:close/>
                </a:path>
              </a:pathLst>
            </a:custGeom>
            <a:solidFill>
              <a:srgbClr val="2A4653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  <p:sp>
          <p:nvSpPr>
            <p:cNvPr id="45" name="object 21">
              <a:extLst>
                <a:ext uri="{FF2B5EF4-FFF2-40B4-BE49-F238E27FC236}">
                  <a16:creationId xmlns:a16="http://schemas.microsoft.com/office/drawing/2014/main" id="{F42B647F-4FCA-F29A-65EE-5F06A93C8B9E}"/>
                </a:ext>
              </a:extLst>
            </p:cNvPr>
            <p:cNvSpPr/>
            <p:nvPr/>
          </p:nvSpPr>
          <p:spPr>
            <a:xfrm>
              <a:off x="2077212" y="830580"/>
              <a:ext cx="2938780" cy="372110"/>
            </a:xfrm>
            <a:custGeom>
              <a:avLst/>
              <a:gdLst/>
              <a:ahLst/>
              <a:cxnLst/>
              <a:rect l="l" t="t" r="r" b="b"/>
              <a:pathLst>
                <a:path w="2938779" h="372109">
                  <a:moveTo>
                    <a:pt x="2876296" y="0"/>
                  </a:moveTo>
                  <a:lnTo>
                    <a:pt x="0" y="0"/>
                  </a:lnTo>
                  <a:lnTo>
                    <a:pt x="0" y="371855"/>
                  </a:lnTo>
                  <a:lnTo>
                    <a:pt x="2938272" y="371855"/>
                  </a:lnTo>
                  <a:lnTo>
                    <a:pt x="2938272" y="61975"/>
                  </a:lnTo>
                  <a:lnTo>
                    <a:pt x="2876296" y="0"/>
                  </a:lnTo>
                  <a:close/>
                </a:path>
              </a:pathLst>
            </a:custGeom>
            <a:solidFill>
              <a:srgbClr val="3A6278"/>
            </a:solidFill>
          </p:spPr>
          <p:txBody>
            <a:bodyPr wrap="square" lIns="0" tIns="0" rIns="0" bIns="0" rtlCol="0"/>
            <a:lstStyle/>
            <a:p>
              <a:endParaRPr lang="en-US" noProof="0" dirty="0"/>
            </a:p>
          </p:txBody>
        </p:sp>
      </p:grpSp>
      <p:sp>
        <p:nvSpPr>
          <p:cNvPr id="49" name="object 12">
            <a:extLst>
              <a:ext uri="{FF2B5EF4-FFF2-40B4-BE49-F238E27FC236}">
                <a16:creationId xmlns:a16="http://schemas.microsoft.com/office/drawing/2014/main" id="{DDFE9E50-A333-CC4E-948A-98E225D2047F}"/>
              </a:ext>
            </a:extLst>
          </p:cNvPr>
          <p:cNvSpPr txBox="1"/>
          <p:nvPr/>
        </p:nvSpPr>
        <p:spPr>
          <a:xfrm>
            <a:off x="2328798" y="9278112"/>
            <a:ext cx="268719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800" b="1" noProof="0" dirty="0">
                <a:solidFill>
                  <a:srgbClr val="FFFFFF"/>
                </a:solidFill>
                <a:latin typeface="Calibri"/>
                <a:cs typeface="Calibri"/>
              </a:rPr>
              <a:t>PERSONAL</a:t>
            </a:r>
            <a:r>
              <a:rPr lang="en-US" sz="1800" b="1" spc="-50" noProof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b="1" spc="-10" noProof="0" dirty="0">
                <a:solidFill>
                  <a:srgbClr val="FFFFFF"/>
                </a:solidFill>
                <a:latin typeface="Calibri"/>
                <a:cs typeface="Calibri"/>
              </a:rPr>
              <a:t>ACHIEVEMENTS</a:t>
            </a:r>
            <a:endParaRPr lang="en-US" sz="1800" noProof="0" dirty="0">
              <a:latin typeface="Calibri"/>
              <a:cs typeface="Calibri"/>
            </a:endParaRPr>
          </a:p>
        </p:txBody>
      </p:sp>
      <p:sp>
        <p:nvSpPr>
          <p:cNvPr id="50" name="object 47">
            <a:extLst>
              <a:ext uri="{FF2B5EF4-FFF2-40B4-BE49-F238E27FC236}">
                <a16:creationId xmlns:a16="http://schemas.microsoft.com/office/drawing/2014/main" id="{6B37276C-33C9-FCC6-98D7-B8408D2524EE}"/>
              </a:ext>
            </a:extLst>
          </p:cNvPr>
          <p:cNvSpPr txBox="1"/>
          <p:nvPr/>
        </p:nvSpPr>
        <p:spPr>
          <a:xfrm>
            <a:off x="2334895" y="9712196"/>
            <a:ext cx="4599305" cy="209353"/>
          </a:xfrm>
          <a:prstGeom prst="rect">
            <a:avLst/>
          </a:prstGeom>
          <a:solidFill>
            <a:srgbClr val="DCE6F1"/>
          </a:solidFill>
        </p:spPr>
        <p:txBody>
          <a:bodyPr vert="horz" wrap="square" lIns="0" tIns="28575" rIns="0" bIns="0" rtlCol="0">
            <a:spAutoFit/>
          </a:bodyPr>
          <a:lstStyle/>
          <a:p>
            <a:pPr marL="97790" marR="83185" indent="-6350" algn="just">
              <a:lnSpc>
                <a:spcPct val="104500"/>
              </a:lnSpc>
              <a:spcBef>
                <a:spcPts val="225"/>
              </a:spcBef>
            </a:pPr>
            <a:r>
              <a:rPr lang="en-US" sz="1200" noProof="0" dirty="0">
                <a:solidFill>
                  <a:srgbClr val="396278"/>
                </a:solidFill>
                <a:latin typeface="Arial"/>
                <a:cs typeface="Arial"/>
              </a:rPr>
              <a:t>Please visit </a:t>
            </a:r>
            <a:r>
              <a:rPr lang="en-US" sz="1200" b="1" noProof="0" dirty="0">
                <a:solidFill>
                  <a:srgbClr val="396278"/>
                </a:solidFill>
                <a:latin typeface="Arial"/>
                <a:cs typeface="Arial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www.antoinechedebois.com</a:t>
            </a:r>
            <a:endParaRPr lang="en-US" sz="1000" noProof="0" dirty="0">
              <a:solidFill>
                <a:srgbClr val="396278"/>
              </a:solidFill>
              <a:latin typeface="Arial"/>
              <a:cs typeface="Arial"/>
            </a:endParaRPr>
          </a:p>
        </p:txBody>
      </p:sp>
      <p:sp>
        <p:nvSpPr>
          <p:cNvPr id="51" name="object 12">
            <a:extLst>
              <a:ext uri="{FF2B5EF4-FFF2-40B4-BE49-F238E27FC236}">
                <a16:creationId xmlns:a16="http://schemas.microsoft.com/office/drawing/2014/main" id="{087837BB-E744-F7EC-9A39-8131F2E0FCDF}"/>
              </a:ext>
            </a:extLst>
          </p:cNvPr>
          <p:cNvSpPr txBox="1"/>
          <p:nvPr/>
        </p:nvSpPr>
        <p:spPr>
          <a:xfrm>
            <a:off x="2318385" y="5633598"/>
            <a:ext cx="1149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spc="-10" noProof="0" dirty="0">
                <a:solidFill>
                  <a:srgbClr val="FFFFFF"/>
                </a:solidFill>
                <a:latin typeface="Calibri"/>
                <a:cs typeface="Calibri"/>
              </a:rPr>
              <a:t>IT SKILLS</a:t>
            </a:r>
            <a:endParaRPr lang="en-US" sz="1800" noProof="0" dirty="0">
              <a:latin typeface="Calibri"/>
              <a:cs typeface="Calibri"/>
            </a:endParaRPr>
          </a:p>
        </p:txBody>
      </p:sp>
      <p:sp>
        <p:nvSpPr>
          <p:cNvPr id="54" name="object 35">
            <a:extLst>
              <a:ext uri="{FF2B5EF4-FFF2-40B4-BE49-F238E27FC236}">
                <a16:creationId xmlns:a16="http://schemas.microsoft.com/office/drawing/2014/main" id="{D2960197-1627-1F0A-B346-ABBFEB56DF15}"/>
              </a:ext>
            </a:extLst>
          </p:cNvPr>
          <p:cNvSpPr txBox="1">
            <a:spLocks/>
          </p:cNvSpPr>
          <p:nvPr/>
        </p:nvSpPr>
        <p:spPr>
          <a:xfrm>
            <a:off x="2318385" y="4300518"/>
            <a:ext cx="4431030" cy="11464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200" b="1" i="0">
                <a:solidFill>
                  <a:srgbClr val="3A6278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53670">
              <a:spcBef>
                <a:spcPts val="100"/>
              </a:spcBef>
            </a:pPr>
            <a:r>
              <a:rPr lang="en-US" dirty="0"/>
              <a:t>INSTN</a:t>
            </a:r>
            <a:r>
              <a:rPr lang="en-US" spc="-35" dirty="0"/>
              <a:t> </a:t>
            </a:r>
            <a:r>
              <a:rPr lang="en-US" dirty="0"/>
              <a:t>CEA</a:t>
            </a:r>
            <a:r>
              <a:rPr lang="en-US" spc="-30" dirty="0"/>
              <a:t> </a:t>
            </a:r>
            <a:r>
              <a:rPr lang="en-US" dirty="0"/>
              <a:t>-</a:t>
            </a:r>
            <a:r>
              <a:rPr lang="en-US" spc="-25" dirty="0"/>
              <a:t> </a:t>
            </a:r>
            <a:r>
              <a:rPr lang="en-US" dirty="0" err="1"/>
              <a:t>Saclay</a:t>
            </a:r>
            <a:r>
              <a:rPr lang="en-US" b="0" dirty="0">
                <a:solidFill>
                  <a:srgbClr val="000000"/>
                </a:solidFill>
              </a:rPr>
              <a:t>|</a:t>
            </a:r>
            <a:r>
              <a:rPr lang="en-US" b="0" spc="-25" dirty="0">
                <a:solidFill>
                  <a:srgbClr val="000000"/>
                </a:solidFill>
              </a:rPr>
              <a:t> </a:t>
            </a:r>
            <a:r>
              <a:rPr lang="en-US" b="0" spc="-20" dirty="0">
                <a:solidFill>
                  <a:srgbClr val="000000"/>
                </a:solidFill>
              </a:rPr>
              <a:t>2001</a:t>
            </a:r>
          </a:p>
          <a:p>
            <a:pPr marL="153670">
              <a:spcBef>
                <a:spcPts val="70"/>
              </a:spcBef>
            </a:pPr>
            <a:r>
              <a:rPr lang="en-US" b="0" dirty="0"/>
              <a:t>DEA</a:t>
            </a:r>
            <a:r>
              <a:rPr lang="en-US" b="0" spc="-25" dirty="0"/>
              <a:t> </a:t>
            </a:r>
            <a:r>
              <a:rPr lang="en-US" b="0" dirty="0"/>
              <a:t>Virtual</a:t>
            </a:r>
            <a:r>
              <a:rPr lang="en-US" b="0" spc="-65" dirty="0"/>
              <a:t> </a:t>
            </a:r>
            <a:r>
              <a:rPr lang="en-US" b="0" dirty="0"/>
              <a:t>Reality</a:t>
            </a:r>
            <a:r>
              <a:rPr lang="en-US" b="0" spc="-40" dirty="0"/>
              <a:t> </a:t>
            </a:r>
            <a:r>
              <a:rPr lang="en-US" b="0" dirty="0"/>
              <a:t>and</a:t>
            </a:r>
            <a:r>
              <a:rPr lang="en-US" b="0" spc="-45" dirty="0"/>
              <a:t> </a:t>
            </a:r>
            <a:r>
              <a:rPr lang="en-US" b="0" dirty="0"/>
              <a:t>Mastery</a:t>
            </a:r>
            <a:r>
              <a:rPr lang="en-US" b="0" spc="-40" dirty="0"/>
              <a:t> </a:t>
            </a:r>
            <a:r>
              <a:rPr lang="en-US" b="0" dirty="0"/>
              <a:t>of</a:t>
            </a:r>
            <a:r>
              <a:rPr lang="en-US" b="0" spc="-30" dirty="0"/>
              <a:t> </a:t>
            </a:r>
            <a:r>
              <a:rPr lang="en-US" b="0" dirty="0"/>
              <a:t>complex</a:t>
            </a:r>
            <a:r>
              <a:rPr lang="en-US" b="0" spc="-20" dirty="0"/>
              <a:t> </a:t>
            </a:r>
            <a:r>
              <a:rPr lang="en-US" b="0" spc="-10" dirty="0"/>
              <a:t>Systems</a:t>
            </a:r>
            <a:r>
              <a:rPr lang="en-US" b="0" spc="-25" dirty="0"/>
              <a:t> </a:t>
            </a:r>
            <a:r>
              <a:rPr lang="en-US" b="0" dirty="0"/>
              <a:t>(Master</a:t>
            </a:r>
            <a:r>
              <a:rPr lang="en-US" b="0" spc="-45" dirty="0"/>
              <a:t> </a:t>
            </a:r>
            <a:r>
              <a:rPr lang="en-US" b="0" spc="-10" dirty="0"/>
              <a:t>Degree)</a:t>
            </a:r>
          </a:p>
          <a:p>
            <a:pPr>
              <a:spcBef>
                <a:spcPts val="10"/>
              </a:spcBef>
            </a:pPr>
            <a:endParaRPr lang="en-US" b="0" spc="-10" dirty="0"/>
          </a:p>
          <a:p>
            <a:pPr marL="153670"/>
            <a:r>
              <a:rPr lang="en-US" dirty="0"/>
              <a:t>IUP</a:t>
            </a:r>
            <a:r>
              <a:rPr lang="en-US" spc="-15" dirty="0"/>
              <a:t> </a:t>
            </a:r>
            <a:r>
              <a:rPr lang="en-US" dirty="0"/>
              <a:t>-</a:t>
            </a:r>
            <a:r>
              <a:rPr lang="en-US" spc="-30" dirty="0"/>
              <a:t> </a:t>
            </a:r>
            <a:r>
              <a:rPr lang="en-US" dirty="0"/>
              <a:t>Evry</a:t>
            </a:r>
            <a:r>
              <a:rPr lang="en-US" b="0" dirty="0">
                <a:solidFill>
                  <a:srgbClr val="000000"/>
                </a:solidFill>
              </a:rPr>
              <a:t>|</a:t>
            </a:r>
            <a:r>
              <a:rPr lang="en-US" b="0" spc="-20" dirty="0">
                <a:solidFill>
                  <a:srgbClr val="000000"/>
                </a:solidFill>
              </a:rPr>
              <a:t> 2000</a:t>
            </a:r>
          </a:p>
          <a:p>
            <a:pPr marL="153670">
              <a:spcBef>
                <a:spcPts val="65"/>
              </a:spcBef>
            </a:pPr>
            <a:r>
              <a:rPr lang="en-US" b="0" dirty="0"/>
              <a:t>DESS</a:t>
            </a:r>
            <a:r>
              <a:rPr lang="en-US" b="0" spc="-5" dirty="0"/>
              <a:t> </a:t>
            </a:r>
            <a:r>
              <a:rPr lang="en-US" b="0" spc="-10" dirty="0"/>
              <a:t>Engineering</a:t>
            </a:r>
            <a:r>
              <a:rPr lang="en-US" b="0" spc="-30" dirty="0"/>
              <a:t> </a:t>
            </a:r>
            <a:r>
              <a:rPr lang="en-US" b="0" dirty="0"/>
              <a:t>of</a:t>
            </a:r>
            <a:r>
              <a:rPr lang="en-US" b="0" spc="10" dirty="0"/>
              <a:t> </a:t>
            </a:r>
            <a:r>
              <a:rPr lang="en-US" b="0" spc="-10" dirty="0"/>
              <a:t>Industrial</a:t>
            </a:r>
            <a:r>
              <a:rPr lang="en-US" b="0" spc="-40" dirty="0"/>
              <a:t> </a:t>
            </a:r>
            <a:r>
              <a:rPr lang="en-US" b="0" spc="-10" dirty="0"/>
              <a:t>Systems</a:t>
            </a:r>
            <a:r>
              <a:rPr lang="en-US" b="0" spc="15" dirty="0"/>
              <a:t> </a:t>
            </a:r>
            <a:r>
              <a:rPr lang="en-US" b="0" dirty="0"/>
              <a:t>(Master </a:t>
            </a:r>
            <a:r>
              <a:rPr lang="en-US" b="0" spc="-10" dirty="0"/>
              <a:t>Degree)</a:t>
            </a:r>
          </a:p>
          <a:p>
            <a:endParaRPr lang="en-US" b="0" spc="-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5758</TotalTime>
  <Words>850</Words>
  <Application>Microsoft Office PowerPoint</Application>
  <PresentationFormat>Format A4 (210 x 297 mm)</PresentationFormat>
  <Paragraphs>75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Wingdings</vt:lpstr>
      <vt:lpstr>Office Theme</vt:lpstr>
      <vt:lpstr>Antoine CHEDEBOIS Engineering Squad Lead / Full Stack Tech Lead / DevOps</vt:lpstr>
      <vt:lpstr>Antoine CHEDEBOIS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Cvexemple.com © Tous droits réservés</dc:title>
  <dc:creator>YOUSSEF BAHLA</dc:creator>
  <cp:keywords>Cvexemple.com © Tous droits réservés</cp:keywords>
  <cp:lastModifiedBy>Adeline C</cp:lastModifiedBy>
  <cp:revision>16</cp:revision>
  <dcterms:created xsi:type="dcterms:W3CDTF">2024-07-09T10:34:54Z</dcterms:created>
  <dcterms:modified xsi:type="dcterms:W3CDTF">2026-01-10T08:52:34Z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2021-04-11T00:00:00Z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2024-07-09T00:00:00Z</vt:filetime>
  </property>
  <property fmtid="{D5CDD505-2E9C-101B-9397-08002B2CF9AE}" pid="5" name="Producer">
    <vt:lpwstr>Microsoft® PowerPoint® 2019</vt:lpwstr>
  </property>
</Properties>
</file>